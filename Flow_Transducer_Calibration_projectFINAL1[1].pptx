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24" r:id="rId4"/>
  </p:sldMasterIdLst>
  <p:notesMasterIdLst>
    <p:notesMasterId r:id="rId23"/>
  </p:notesMasterIdLst>
  <p:handoutMasterIdLst>
    <p:handoutMasterId r:id="rId24"/>
  </p:handoutMasterIdLst>
  <p:sldIdLst>
    <p:sldId id="256" r:id="rId5"/>
    <p:sldId id="257" r:id="rId6"/>
    <p:sldId id="258" r:id="rId7"/>
    <p:sldId id="269" r:id="rId8"/>
    <p:sldId id="270" r:id="rId9"/>
    <p:sldId id="275" r:id="rId10"/>
    <p:sldId id="271" r:id="rId11"/>
    <p:sldId id="261" r:id="rId12"/>
    <p:sldId id="264" r:id="rId13"/>
    <p:sldId id="272" r:id="rId14"/>
    <p:sldId id="263" r:id="rId15"/>
    <p:sldId id="267" r:id="rId16"/>
    <p:sldId id="273" r:id="rId17"/>
    <p:sldId id="274" r:id="rId18"/>
    <p:sldId id="276" r:id="rId19"/>
    <p:sldId id="262" r:id="rId20"/>
    <p:sldId id="265" r:id="rId21"/>
    <p:sldId id="266"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818" autoAdjust="0"/>
    <p:restoredTop sz="69281" autoAdjust="0"/>
  </p:normalViewPr>
  <p:slideViewPr>
    <p:cSldViewPr snapToGrid="0">
      <p:cViewPr varScale="1">
        <p:scale>
          <a:sx n="57" d="100"/>
          <a:sy n="57" d="100"/>
        </p:scale>
        <p:origin x="1642" y="62"/>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99" d="100"/>
          <a:sy n="99" d="100"/>
        </p:scale>
        <p:origin x="3570"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diagrams/_rels/data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image" Target="../media/image24.png"/><Relationship Id="rId5" Type="http://schemas.openxmlformats.org/officeDocument/2006/relationships/image" Target="../media/image28.png"/><Relationship Id="rId4" Type="http://schemas.openxmlformats.org/officeDocument/2006/relationships/image" Target="../media/image27.png"/></Relationships>
</file>

<file path=ppt/diagrams/_rels/drawing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image" Target="../media/image24.png"/><Relationship Id="rId5" Type="http://schemas.openxmlformats.org/officeDocument/2006/relationships/image" Target="../media/image28.png"/><Relationship Id="rId4" Type="http://schemas.openxmlformats.org/officeDocument/2006/relationships/image" Target="../media/image27.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4D67ED0-6EEA-48F6-A9C1-BE754AABC76A}" type="doc">
      <dgm:prSet loTypeId="urn:microsoft.com/office/officeart/2017/3/layout/HorizontalPathTimeline#2" loCatId="other" qsTypeId="urn:microsoft.com/office/officeart/2005/8/quickstyle/simple1" qsCatId="simple" csTypeId="urn:microsoft.com/office/officeart/2005/8/colors/accent1_2" csCatId="accent1" phldr="1"/>
      <dgm:spPr/>
      <dgm:t>
        <a:bodyPr rtlCol="0"/>
        <a:lstStyle/>
        <a:p>
          <a:pPr rtl="0"/>
          <a:endParaRPr lang="en-US"/>
        </a:p>
      </dgm:t>
    </dgm:pt>
    <dgm:pt modelId="{AE62509E-8FD5-4BC0-8484-49407DA07B2D}">
      <dgm:prSet phldrT="[Text]" custT="1"/>
      <dgm:spPr/>
      <dgm:t>
        <a:bodyPr rtlCol="0"/>
        <a:lstStyle/>
        <a:p>
          <a:pPr rtl="0">
            <a:lnSpc>
              <a:spcPct val="100000"/>
            </a:lnSpc>
            <a:spcAft>
              <a:spcPts val="0"/>
            </a:spcAft>
          </a:pPr>
          <a:r>
            <a:rPr lang="en-GB" sz="2000" cap="all" spc="100" noProof="0">
              <a:latin typeface="+mj-lt"/>
            </a:rPr>
            <a:t>INPUT ramp</a:t>
          </a:r>
          <a:endParaRPr lang="en-GB" sz="2000" cap="all" spc="100" noProof="0" dirty="0">
            <a:latin typeface="+mj-lt"/>
          </a:endParaRPr>
        </a:p>
      </dgm:t>
    </dgm:pt>
    <dgm:pt modelId="{8F2C679D-77AF-46F9-9ACE-1E1D440B1883}" type="parTrans" cxnId="{B681E0E7-0B3A-4DB8-BF19-F9AE0E1C787B}">
      <dgm:prSet/>
      <dgm:spPr/>
      <dgm:t>
        <a:bodyPr rtlCol="0"/>
        <a:lstStyle/>
        <a:p>
          <a:pPr rtl="0"/>
          <a:endParaRPr lang="en-GB" noProof="0" dirty="0"/>
        </a:p>
      </dgm:t>
    </dgm:pt>
    <dgm:pt modelId="{5C2CB4AF-F88D-4FBE-A40E-0CC048A23B9E}" type="sibTrans" cxnId="{B681E0E7-0B3A-4DB8-BF19-F9AE0E1C787B}">
      <dgm:prSet/>
      <dgm:spPr/>
      <dgm:t>
        <a:bodyPr rtlCol="0"/>
        <a:lstStyle/>
        <a:p>
          <a:pPr rtl="0"/>
          <a:endParaRPr lang="en-GB" noProof="0" dirty="0"/>
        </a:p>
      </dgm:t>
    </dgm:pt>
    <dgm:pt modelId="{54A260F9-80FA-4E2A-BE87-2C0670B83857}">
      <dgm:prSet phldrT="[Text]" custT="1"/>
      <dgm:spPr/>
      <dgm:t>
        <a:bodyPr rtlCol="0"/>
        <a:lstStyle/>
        <a:p>
          <a:pPr rtl="0">
            <a:lnSpc>
              <a:spcPct val="90000"/>
            </a:lnSpc>
            <a:spcAft>
              <a:spcPts val="0"/>
            </a:spcAft>
            <a:buFont typeface="Arial" panose="020B0604020202020204" pitchFamily="34" charset="0"/>
            <a:buChar char="•"/>
          </a:pPr>
          <a:r>
            <a:rPr lang="en-GB" sz="1200" b="0" i="0" spc="0" noProof="0"/>
            <a:t>During the </a:t>
          </a:r>
          <a:r>
            <a:rPr lang="en-GB" sz="1200" b="1" i="0" spc="0" noProof="0"/>
            <a:t>acquisition phase</a:t>
          </a:r>
          <a:r>
            <a:rPr lang="en-GB" sz="1200" b="0" i="0" spc="0" noProof="0"/>
            <a:t>, different flow rate values are generated by controlling the air-pump remotely, sending commands to a PSU using </a:t>
          </a:r>
          <a:r>
            <a:rPr lang="en-GB" sz="1200" b="1" i="0" spc="0" noProof="0"/>
            <a:t>GPIB interface</a:t>
          </a:r>
          <a:r>
            <a:rPr lang="en-GB" sz="1200" b="0" i="0" spc="0" noProof="0"/>
            <a:t>.</a:t>
          </a:r>
          <a:endParaRPr lang="en-GB" sz="1200" spc="0" baseline="0" noProof="0" dirty="0"/>
        </a:p>
      </dgm:t>
    </dgm:pt>
    <dgm:pt modelId="{3E4E3177-8F1B-40ED-B20A-6A6F0041E180}" type="parTrans" cxnId="{0D49E980-DE7B-46C8-A240-0AF3E38E1055}">
      <dgm:prSet/>
      <dgm:spPr/>
      <dgm:t>
        <a:bodyPr rtlCol="0"/>
        <a:lstStyle/>
        <a:p>
          <a:pPr rtl="0"/>
          <a:endParaRPr lang="en-GB" noProof="0" dirty="0"/>
        </a:p>
      </dgm:t>
    </dgm:pt>
    <dgm:pt modelId="{BA9E60E0-CF2E-4096-A9F4-556713DB9AE4}" type="sibTrans" cxnId="{0D49E980-DE7B-46C8-A240-0AF3E38E1055}">
      <dgm:prSet/>
      <dgm:spPr/>
      <dgm:t>
        <a:bodyPr rtlCol="0"/>
        <a:lstStyle/>
        <a:p>
          <a:pPr rtl="0"/>
          <a:endParaRPr lang="en-GB" noProof="0" dirty="0"/>
        </a:p>
      </dgm:t>
    </dgm:pt>
    <dgm:pt modelId="{20928AAA-F457-4A09-8AAC-A82210983FBE}">
      <dgm:prSet phldrT="[Text]" custT="1"/>
      <dgm:spPr/>
      <dgm:t>
        <a:bodyPr rtlCol="0"/>
        <a:lstStyle/>
        <a:p>
          <a:pPr rtl="0">
            <a:lnSpc>
              <a:spcPct val="100000"/>
            </a:lnSpc>
            <a:spcAft>
              <a:spcPts val="0"/>
            </a:spcAft>
          </a:pPr>
          <a:r>
            <a:rPr lang="it-IT" sz="1600" cap="all" spc="100" baseline="0" noProof="0">
              <a:latin typeface="+mj-lt"/>
            </a:rPr>
            <a:t>signal acquisition</a:t>
          </a:r>
          <a:endParaRPr lang="en-GB" sz="1600" cap="all" spc="100" baseline="0" noProof="0" dirty="0">
            <a:latin typeface="+mj-lt"/>
          </a:endParaRPr>
        </a:p>
      </dgm:t>
    </dgm:pt>
    <dgm:pt modelId="{915085CE-2C78-4B64-8FF4-E48DB7BD55D2}" type="parTrans" cxnId="{BA476174-221B-4A3D-B4E2-5FCC084B59D3}">
      <dgm:prSet/>
      <dgm:spPr/>
      <dgm:t>
        <a:bodyPr rtlCol="0"/>
        <a:lstStyle/>
        <a:p>
          <a:pPr rtl="0"/>
          <a:endParaRPr lang="en-GB" noProof="0" dirty="0"/>
        </a:p>
      </dgm:t>
    </dgm:pt>
    <dgm:pt modelId="{EB5D5454-A5E9-4E37-B514-DFC5324A66C0}" type="sibTrans" cxnId="{BA476174-221B-4A3D-B4E2-5FCC084B59D3}">
      <dgm:prSet/>
      <dgm:spPr/>
      <dgm:t>
        <a:bodyPr rtlCol="0"/>
        <a:lstStyle/>
        <a:p>
          <a:pPr rtl="0"/>
          <a:endParaRPr lang="en-GB" noProof="0" dirty="0"/>
        </a:p>
      </dgm:t>
    </dgm:pt>
    <dgm:pt modelId="{9C6534A9-4C27-4998-80A5-DF23882CAE25}">
      <dgm:prSet phldrT="[Text]" custT="1"/>
      <dgm:spPr/>
      <dgm:t>
        <a:bodyPr rtlCol="0"/>
        <a:lstStyle/>
        <a:p>
          <a:pPr rtl="0">
            <a:lnSpc>
              <a:spcPct val="90000"/>
            </a:lnSpc>
            <a:spcAft>
              <a:spcPts val="0"/>
            </a:spcAft>
            <a:buFont typeface="Arial" panose="020B0604020202020204" pitchFamily="34" charset="0"/>
            <a:buChar char="•"/>
          </a:pPr>
          <a:r>
            <a:rPr lang="en-GB" sz="1200" b="0" i="0" spc="0" noProof="0"/>
            <a:t>The </a:t>
          </a:r>
          <a:r>
            <a:rPr lang="en-GB" sz="1200" b="1" i="0" spc="0" noProof="0"/>
            <a:t>DAQ board </a:t>
          </a:r>
          <a:r>
            <a:rPr lang="en-GB" sz="1200" b="0" i="0" spc="0" noProof="0"/>
            <a:t>samples the output signal from the DUT, while an </a:t>
          </a:r>
          <a:r>
            <a:rPr lang="en-GB" sz="1200" b="1" i="0" spc="0" noProof="0"/>
            <a:t>Arduino UNO R3 board </a:t>
          </a:r>
          <a:r>
            <a:rPr lang="en-GB" sz="1200" b="0" i="0" spc="0" noProof="0"/>
            <a:t>samples the reference instrument measurements.</a:t>
          </a:r>
          <a:endParaRPr lang="en-GB" sz="1200" spc="0" baseline="0" noProof="0" dirty="0"/>
        </a:p>
      </dgm:t>
    </dgm:pt>
    <dgm:pt modelId="{0AA7231B-9394-4732-A7BE-3EB3CF2F8D70}" type="parTrans" cxnId="{82290D4D-2346-4E6C-B254-B9EAA4D01A23}">
      <dgm:prSet/>
      <dgm:spPr/>
      <dgm:t>
        <a:bodyPr rtlCol="0"/>
        <a:lstStyle/>
        <a:p>
          <a:pPr rtl="0"/>
          <a:endParaRPr lang="en-GB" noProof="0" dirty="0"/>
        </a:p>
      </dgm:t>
    </dgm:pt>
    <dgm:pt modelId="{83B69D46-737C-4589-B359-6BD9DD58BC91}" type="sibTrans" cxnId="{82290D4D-2346-4E6C-B254-B9EAA4D01A23}">
      <dgm:prSet/>
      <dgm:spPr/>
      <dgm:t>
        <a:bodyPr rtlCol="0"/>
        <a:lstStyle/>
        <a:p>
          <a:pPr rtl="0"/>
          <a:endParaRPr lang="en-GB" noProof="0" dirty="0"/>
        </a:p>
      </dgm:t>
    </dgm:pt>
    <dgm:pt modelId="{03738E35-4243-4E7D-A93F-C07DA3901E78}">
      <dgm:prSet phldrT="[Text]" custT="1"/>
      <dgm:spPr/>
      <dgm:t>
        <a:bodyPr rtlCol="0"/>
        <a:lstStyle/>
        <a:p>
          <a:pPr rtl="0">
            <a:lnSpc>
              <a:spcPct val="100000"/>
            </a:lnSpc>
            <a:spcAft>
              <a:spcPts val="0"/>
            </a:spcAft>
          </a:pPr>
          <a:r>
            <a:rPr lang="it-IT" sz="2400" cap="all" spc="100" baseline="0" noProof="0">
              <a:latin typeface="+mj-lt"/>
            </a:rPr>
            <a:t>Data Analysis</a:t>
          </a:r>
          <a:endParaRPr lang="en-GB" sz="2400" cap="all" spc="100" baseline="0" noProof="0" dirty="0">
            <a:latin typeface="+mj-lt"/>
          </a:endParaRPr>
        </a:p>
      </dgm:t>
    </dgm:pt>
    <dgm:pt modelId="{DABBAF6C-D1C9-42E1-B928-5ACDE3D21AB0}" type="parTrans" cxnId="{E41AD5BE-76F3-4A9E-8059-7FC968661703}">
      <dgm:prSet/>
      <dgm:spPr/>
      <dgm:t>
        <a:bodyPr rtlCol="0"/>
        <a:lstStyle/>
        <a:p>
          <a:pPr rtl="0"/>
          <a:endParaRPr lang="en-GB" noProof="0" dirty="0"/>
        </a:p>
      </dgm:t>
    </dgm:pt>
    <dgm:pt modelId="{6BF5896A-A334-45B0-B451-09159F55B184}" type="sibTrans" cxnId="{E41AD5BE-76F3-4A9E-8059-7FC968661703}">
      <dgm:prSet/>
      <dgm:spPr/>
      <dgm:t>
        <a:bodyPr rtlCol="0"/>
        <a:lstStyle/>
        <a:p>
          <a:pPr rtl="0"/>
          <a:endParaRPr lang="en-GB" noProof="0" dirty="0"/>
        </a:p>
      </dgm:t>
    </dgm:pt>
    <dgm:pt modelId="{34C8CD19-04E2-4488-965F-DC841C470D45}">
      <dgm:prSet phldrT="[Text]" custT="1"/>
      <dgm:spPr/>
      <dgm:t>
        <a:bodyPr rtlCol="0"/>
        <a:lstStyle/>
        <a:p>
          <a:pPr rtl="0">
            <a:lnSpc>
              <a:spcPct val="90000"/>
            </a:lnSpc>
            <a:spcAft>
              <a:spcPts val="0"/>
            </a:spcAft>
            <a:buFont typeface="Arial" panose="020B0604020202020204" pitchFamily="34" charset="0"/>
            <a:buChar char="•"/>
          </a:pPr>
          <a:r>
            <a:rPr lang="en-GB" sz="1200" b="0" i="0" spc="0" noProof="0"/>
            <a:t>The </a:t>
          </a:r>
          <a:r>
            <a:rPr lang="en-GB" sz="1200" b="1" i="0" spc="0" noProof="0"/>
            <a:t>statistical distribution </a:t>
          </a:r>
          <a:r>
            <a:rPr lang="en-GB" sz="1200" b="0" i="0" spc="0" noProof="0"/>
            <a:t>of samples arising from both the ascending and descending phases datasets is analysed.</a:t>
          </a:r>
          <a:endParaRPr lang="en-GB" sz="1200" spc="0" baseline="0" noProof="0" dirty="0"/>
        </a:p>
      </dgm:t>
    </dgm:pt>
    <dgm:pt modelId="{CD5F7DE2-2AD1-4CE8-AAC7-AD9C8E180CEA}" type="parTrans" cxnId="{07030C4E-4D62-4240-B10F-E41B801C763E}">
      <dgm:prSet/>
      <dgm:spPr/>
      <dgm:t>
        <a:bodyPr rtlCol="0"/>
        <a:lstStyle/>
        <a:p>
          <a:pPr rtl="0"/>
          <a:endParaRPr lang="en-GB" noProof="0" dirty="0"/>
        </a:p>
      </dgm:t>
    </dgm:pt>
    <dgm:pt modelId="{7CE5955C-EC28-4D1B-9459-0C5458B1797D}" type="sibTrans" cxnId="{07030C4E-4D62-4240-B10F-E41B801C763E}">
      <dgm:prSet/>
      <dgm:spPr/>
      <dgm:t>
        <a:bodyPr rtlCol="0"/>
        <a:lstStyle/>
        <a:p>
          <a:pPr rtl="0"/>
          <a:endParaRPr lang="en-GB" noProof="0" dirty="0"/>
        </a:p>
      </dgm:t>
    </dgm:pt>
    <dgm:pt modelId="{962BFD33-E216-4331-BBD8-38EEDAB2E2C0}">
      <dgm:prSet phldrT="[Text]" custT="1"/>
      <dgm:spPr/>
      <dgm:t>
        <a:bodyPr rtlCol="0"/>
        <a:lstStyle/>
        <a:p>
          <a:pPr rtl="0">
            <a:lnSpc>
              <a:spcPct val="90000"/>
            </a:lnSpc>
            <a:spcAft>
              <a:spcPts val="0"/>
            </a:spcAft>
            <a:buFont typeface="Arial" panose="020B0604020202020204" pitchFamily="34" charset="0"/>
            <a:buChar char="•"/>
          </a:pPr>
          <a:r>
            <a:rPr lang="it-IT" sz="2400" cap="all" spc="100" baseline="0" noProof="0">
              <a:latin typeface="+mj-lt"/>
            </a:rPr>
            <a:t>Comparison</a:t>
          </a:r>
          <a:endParaRPr lang="en-GB" sz="2400" cap="all" spc="100" baseline="0" noProof="0" dirty="0">
            <a:latin typeface="+mj-lt"/>
          </a:endParaRPr>
        </a:p>
      </dgm:t>
    </dgm:pt>
    <dgm:pt modelId="{AB5F98BE-C987-462F-85E3-90E8BE69A319}" type="parTrans" cxnId="{D77C3B5C-C13D-41B7-AA50-BE60CD5D3FAD}">
      <dgm:prSet/>
      <dgm:spPr/>
      <dgm:t>
        <a:bodyPr rtlCol="0"/>
        <a:lstStyle/>
        <a:p>
          <a:pPr rtl="0"/>
          <a:endParaRPr lang="en-GB" noProof="0" dirty="0"/>
        </a:p>
      </dgm:t>
    </dgm:pt>
    <dgm:pt modelId="{FF557E39-8331-4155-901F-701688C4CCAD}" type="sibTrans" cxnId="{D77C3B5C-C13D-41B7-AA50-BE60CD5D3FAD}">
      <dgm:prSet/>
      <dgm:spPr/>
      <dgm:t>
        <a:bodyPr rtlCol="0"/>
        <a:lstStyle/>
        <a:p>
          <a:pPr rtl="0"/>
          <a:endParaRPr lang="en-GB" noProof="0" dirty="0"/>
        </a:p>
      </dgm:t>
    </dgm:pt>
    <dgm:pt modelId="{4B075034-3129-4DD5-98D7-318F326739CC}">
      <dgm:prSet phldrT="[Text]" custT="1"/>
      <dgm:spPr/>
      <dgm:t>
        <a:bodyPr rtlCol="0"/>
        <a:lstStyle/>
        <a:p>
          <a:pPr rtl="0">
            <a:lnSpc>
              <a:spcPct val="90000"/>
            </a:lnSpc>
            <a:spcAft>
              <a:spcPts val="0"/>
            </a:spcAft>
            <a:buFont typeface="Arial" panose="020B0604020202020204" pitchFamily="34" charset="0"/>
            <a:buChar char="•"/>
          </a:pPr>
          <a:r>
            <a:rPr lang="en-GB" sz="2000" cap="all" spc="100" noProof="0">
              <a:latin typeface="+mj-lt"/>
            </a:rPr>
            <a:t>Calibration Curve</a:t>
          </a:r>
          <a:endParaRPr lang="en-GB" sz="2000" cap="all" spc="100" noProof="0" dirty="0">
            <a:latin typeface="+mj-lt"/>
          </a:endParaRPr>
        </a:p>
      </dgm:t>
    </dgm:pt>
    <dgm:pt modelId="{ACA0AE6F-8D87-4F61-8D3E-12FC4D4132DA}" type="parTrans" cxnId="{3FFF5DC7-0983-4794-B4CB-F1F2D9CE51EC}">
      <dgm:prSet/>
      <dgm:spPr/>
      <dgm:t>
        <a:bodyPr rtlCol="0"/>
        <a:lstStyle/>
        <a:p>
          <a:pPr rtl="0"/>
          <a:endParaRPr lang="en-GB" noProof="0" dirty="0"/>
        </a:p>
      </dgm:t>
    </dgm:pt>
    <dgm:pt modelId="{4F1D94B4-1627-4363-B86E-DD3281EE398D}" type="sibTrans" cxnId="{3FFF5DC7-0983-4794-B4CB-F1F2D9CE51EC}">
      <dgm:prSet/>
      <dgm:spPr/>
      <dgm:t>
        <a:bodyPr rtlCol="0"/>
        <a:lstStyle/>
        <a:p>
          <a:pPr rtl="0"/>
          <a:endParaRPr lang="en-GB" noProof="0" dirty="0"/>
        </a:p>
      </dgm:t>
    </dgm:pt>
    <dgm:pt modelId="{B296910E-5EDD-40B6-9F5C-49436E692D0A}">
      <dgm:prSet custT="1"/>
      <dgm:spPr/>
      <dgm:t>
        <a:bodyPr rtlCol="0"/>
        <a:lstStyle/>
        <a:p>
          <a:pPr rtl="0">
            <a:buFont typeface="Arial" panose="020B0604020202020204" pitchFamily="34" charset="0"/>
            <a:buChar char="•"/>
          </a:pPr>
          <a:r>
            <a:rPr lang="en-GB" sz="1200" b="0" i="0" spc="0" noProof="0"/>
            <a:t>The curves obtained </a:t>
          </a:r>
          <a:r>
            <a:rPr lang="en-GB" sz="1200" b="1" i="0" spc="0" noProof="0"/>
            <a:t>during ascending and descending phase</a:t>
          </a:r>
          <a:r>
            <a:rPr lang="en-GB" sz="1200" b="0" i="0" spc="0" noProof="0"/>
            <a:t> are plotted against each other, and linear regression is used to compute a model that can be used depending on which phase is considered.</a:t>
          </a:r>
          <a:endParaRPr lang="en-GB" sz="1200" spc="0" baseline="0" noProof="0" dirty="0"/>
        </a:p>
      </dgm:t>
    </dgm:pt>
    <dgm:pt modelId="{911B340C-3486-4299-920E-5DB640C4EDC9}" type="parTrans" cxnId="{047969A5-710C-4C0E-B61E-734F166269A0}">
      <dgm:prSet/>
      <dgm:spPr/>
      <dgm:t>
        <a:bodyPr rtlCol="0"/>
        <a:lstStyle/>
        <a:p>
          <a:pPr rtl="0"/>
          <a:endParaRPr lang="en-GB" noProof="0" dirty="0"/>
        </a:p>
      </dgm:t>
    </dgm:pt>
    <dgm:pt modelId="{33A0507C-F24C-416A-8E94-DB84555D29CB}" type="sibTrans" cxnId="{047969A5-710C-4C0E-B61E-734F166269A0}">
      <dgm:prSet/>
      <dgm:spPr/>
      <dgm:t>
        <a:bodyPr rtlCol="0"/>
        <a:lstStyle/>
        <a:p>
          <a:pPr rtl="0"/>
          <a:endParaRPr lang="en-GB" noProof="0" dirty="0"/>
        </a:p>
      </dgm:t>
    </dgm:pt>
    <dgm:pt modelId="{1080EDDF-ADDC-4DF2-8E5F-F49A7CF611ED}">
      <dgm:prSet custT="1"/>
      <dgm:spPr/>
      <dgm:t>
        <a:bodyPr rtlCol="0"/>
        <a:lstStyle/>
        <a:p>
          <a:pPr rtl="0">
            <a:buFont typeface="Arial" panose="020B0604020202020204" pitchFamily="34" charset="0"/>
            <a:buChar char="•"/>
          </a:pPr>
          <a:r>
            <a:rPr lang="en-GB" sz="1200" b="1" i="0" spc="0" noProof="0"/>
            <a:t>Calibration</a:t>
          </a:r>
          <a:r>
            <a:rPr lang="en-GB" sz="1200" b="0" i="0" spc="0" noProof="0"/>
            <a:t> fundamentally involves comparing the output of the instrument under test (</a:t>
          </a:r>
          <a:r>
            <a:rPr lang="en-GB" sz="1200" b="1" i="0" spc="0" noProof="0"/>
            <a:t>mass flow rate analog sensor</a:t>
          </a:r>
          <a:r>
            <a:rPr lang="en-GB" sz="1200" b="0" i="0" spc="0" noProof="0"/>
            <a:t>) against the output of an instrument of known, higher accuracy (</a:t>
          </a:r>
          <a:r>
            <a:rPr lang="en-GB" sz="1200" b="1" i="0" spc="0" noProof="0"/>
            <a:t>mass flow rate digital reference sensor</a:t>
          </a:r>
          <a:r>
            <a:rPr lang="en-GB" sz="1200" b="0" i="0" spc="0" noProof="0"/>
            <a:t>).</a:t>
          </a:r>
          <a:endParaRPr lang="en-GB" sz="1200" spc="0" baseline="0" noProof="0" dirty="0"/>
        </a:p>
      </dgm:t>
    </dgm:pt>
    <dgm:pt modelId="{8583E403-5FDD-4D7C-B9B3-0CD49AFEBACE}" type="parTrans" cxnId="{0DE29C93-78F2-43AA-B58C-7715B6F0EBD8}">
      <dgm:prSet/>
      <dgm:spPr/>
      <dgm:t>
        <a:bodyPr rtlCol="0"/>
        <a:lstStyle/>
        <a:p>
          <a:pPr rtl="0"/>
          <a:endParaRPr lang="en-GB" noProof="0" dirty="0"/>
        </a:p>
      </dgm:t>
    </dgm:pt>
    <dgm:pt modelId="{4C9E55B0-B04E-4552-BC60-A9DA24745302}" type="sibTrans" cxnId="{0DE29C93-78F2-43AA-B58C-7715B6F0EBD8}">
      <dgm:prSet/>
      <dgm:spPr/>
      <dgm:t>
        <a:bodyPr rtlCol="0"/>
        <a:lstStyle/>
        <a:p>
          <a:pPr rtl="0"/>
          <a:endParaRPr lang="en-GB" noProof="0" dirty="0"/>
        </a:p>
      </dgm:t>
    </dgm:pt>
    <dgm:pt modelId="{7765D5C3-0EDB-417D-9159-55F8DE336842}">
      <dgm:prSet phldrT="[Text]" custT="1"/>
      <dgm:spPr/>
      <dgm:t>
        <a:bodyPr rtlCol="0"/>
        <a:lstStyle/>
        <a:p>
          <a:pPr rtl="0">
            <a:lnSpc>
              <a:spcPct val="90000"/>
            </a:lnSpc>
            <a:spcAft>
              <a:spcPts val="0"/>
            </a:spcAft>
            <a:buFont typeface="Arial" panose="020B0604020202020204" pitchFamily="34" charset="0"/>
            <a:buNone/>
          </a:pPr>
          <a:endParaRPr lang="en-GB" sz="1200" spc="0" baseline="0" noProof="0" dirty="0"/>
        </a:p>
      </dgm:t>
    </dgm:pt>
    <dgm:pt modelId="{0805F1AD-3CD6-4CF8-9E1A-9C5A71C630F8}" type="parTrans" cxnId="{3C2A09BF-C87B-49E8-A36E-94F837D23880}">
      <dgm:prSet/>
      <dgm:spPr/>
      <dgm:t>
        <a:bodyPr/>
        <a:lstStyle/>
        <a:p>
          <a:endParaRPr lang="en-GB"/>
        </a:p>
      </dgm:t>
    </dgm:pt>
    <dgm:pt modelId="{CDF81466-964D-4DAF-924D-41B8AB9493F5}" type="sibTrans" cxnId="{3C2A09BF-C87B-49E8-A36E-94F837D23880}">
      <dgm:prSet/>
      <dgm:spPr/>
      <dgm:t>
        <a:bodyPr/>
        <a:lstStyle/>
        <a:p>
          <a:endParaRPr lang="en-GB"/>
        </a:p>
      </dgm:t>
    </dgm:pt>
    <dgm:pt modelId="{93C358AC-5BA0-4CB6-B22F-1B95FA53D0F3}" type="pres">
      <dgm:prSet presAssocID="{44D67ED0-6EEA-48F6-A9C1-BE754AABC76A}" presName="root" presStyleCnt="0">
        <dgm:presLayoutVars>
          <dgm:chMax/>
          <dgm:chPref/>
          <dgm:dir/>
          <dgm:animLvl val="lvl"/>
        </dgm:presLayoutVars>
      </dgm:prSet>
      <dgm:spPr/>
    </dgm:pt>
    <dgm:pt modelId="{9F83E70B-EE6D-407B-8E1F-FE26817B3B1D}" type="pres">
      <dgm:prSet presAssocID="{44D67ED0-6EEA-48F6-A9C1-BE754AABC76A}" presName="divider" presStyleLbl="asst0" presStyleIdx="0" presStyleCnt="1">
        <dgm:style>
          <a:lnRef idx="0">
            <a:scrgbClr r="0" g="0" b="0"/>
          </a:lnRef>
          <a:fillRef idx="0">
            <a:scrgbClr r="0" g="0" b="0"/>
          </a:fillRef>
          <a:effectRef idx="0">
            <a:scrgbClr r="0" g="0" b="0"/>
          </a:effectRef>
          <a:fontRef idx="minor">
            <a:schemeClr val="lt1"/>
          </a:fontRef>
        </dgm:style>
      </dgm:prSet>
      <dgm:spPr>
        <a:solidFill>
          <a:schemeClr val="accent4"/>
        </a:solidFill>
        <a:ln>
          <a:noFill/>
        </a:ln>
      </dgm:spPr>
    </dgm:pt>
    <dgm:pt modelId="{EE6F6E1A-AC88-44BD-8034-0C2734A7943C}" type="pres">
      <dgm:prSet presAssocID="{44D67ED0-6EEA-48F6-A9C1-BE754AABC76A}" presName="nodes" presStyleCnt="0">
        <dgm:presLayoutVars>
          <dgm:chMax/>
          <dgm:chPref/>
          <dgm:animLvl val="lvl"/>
        </dgm:presLayoutVars>
      </dgm:prSet>
      <dgm:spPr/>
    </dgm:pt>
    <dgm:pt modelId="{27CC3FEA-4989-4FE6-A03A-48D0F90DB146}" type="pres">
      <dgm:prSet presAssocID="{AE62509E-8FD5-4BC0-8484-49407DA07B2D}" presName="composite" presStyleCnt="0"/>
      <dgm:spPr/>
    </dgm:pt>
    <dgm:pt modelId="{B3AC6DBE-85B6-4AF3-BADF-7E1E82B735CC}" type="pres">
      <dgm:prSet presAssocID="{AE62509E-8FD5-4BC0-8484-49407DA07B2D}" presName="ConnectorPoint" presStyleLbl="fgAcc1" presStyleIdx="0" presStyleCnt="5"/>
      <dgm:spPr>
        <a:ln>
          <a:noFill/>
        </a:ln>
      </dgm:spPr>
    </dgm:pt>
    <dgm:pt modelId="{EAA550E8-D286-40B4-9B20-40DE0FCA02CE}" type="pres">
      <dgm:prSet presAssocID="{AE62509E-8FD5-4BC0-8484-49407DA07B2D}" presName="ConnectLine" presStyleLbl="alignNode1" presStyleIdx="0" presStyleCnt="5"/>
      <dgm:spPr>
        <a:solidFill>
          <a:schemeClr val="accent1">
            <a:hueOff val="0"/>
            <a:satOff val="0"/>
            <a:lumOff val="0"/>
            <a:alphaOff val="0"/>
          </a:schemeClr>
        </a:solidFill>
        <a:ln w="12700" cap="flat" cmpd="sng" algn="ctr">
          <a:solidFill>
            <a:schemeClr val="accent1">
              <a:hueOff val="0"/>
              <a:satOff val="0"/>
              <a:lumOff val="0"/>
              <a:alphaOff val="0"/>
            </a:schemeClr>
          </a:solidFill>
          <a:prstDash val="dash"/>
          <a:miter lim="800000"/>
        </a:ln>
        <a:effectLst/>
      </dgm:spPr>
    </dgm:pt>
    <dgm:pt modelId="{13B6FF8E-261C-4941-9C10-4D13C6F1D5E7}" type="pres">
      <dgm:prSet presAssocID="{AE62509E-8FD5-4BC0-8484-49407DA07B2D}" presName="FlexibleEmptyPlaceHolder" presStyleCnt="0"/>
      <dgm:spPr/>
    </dgm:pt>
    <dgm:pt modelId="{408DCC00-CC60-4F76-9C61-F00E7DBFC778}" type="pres">
      <dgm:prSet presAssocID="{AE62509E-8FD5-4BC0-8484-49407DA07B2D}" presName="L2TextContainer" presStyleLbl="bgAcc1" presStyleIdx="0" presStyleCnt="5" custScaleX="93544" custLinFactNeighborX="-7160">
        <dgm:presLayoutVars>
          <dgm:chMax val="0"/>
          <dgm:chPref val="0"/>
          <dgm:bulletEnabled val="1"/>
        </dgm:presLayoutVars>
      </dgm:prSet>
      <dgm:spPr/>
    </dgm:pt>
    <dgm:pt modelId="{5C96A5F5-16B2-4AEA-9591-B66C220F4A65}" type="pres">
      <dgm:prSet presAssocID="{AE62509E-8FD5-4BC0-8484-49407DA07B2D}" presName="L1TextContainer" presStyleLbl="revTx" presStyleIdx="0" presStyleCnt="5" custLinFactNeighborX="-8075">
        <dgm:presLayoutVars>
          <dgm:chMax val="1"/>
          <dgm:chPref val="1"/>
          <dgm:bulletEnabled val="1"/>
        </dgm:presLayoutVars>
      </dgm:prSet>
      <dgm:spPr/>
    </dgm:pt>
    <dgm:pt modelId="{22931EBF-FF0E-4476-B965-7C4CFFC57D5D}" type="pres">
      <dgm:prSet presAssocID="{AE62509E-8FD5-4BC0-8484-49407DA07B2D}" presName="EmptyPlaceHolder" presStyleCnt="0"/>
      <dgm:spPr/>
    </dgm:pt>
    <dgm:pt modelId="{E3B24336-549D-49F0-9359-D66050EB5874}" type="pres">
      <dgm:prSet presAssocID="{5C2CB4AF-F88D-4FBE-A40E-0CC048A23B9E}" presName="spaceBetweenRectangles" presStyleCnt="0"/>
      <dgm:spPr/>
    </dgm:pt>
    <dgm:pt modelId="{8BD40F87-7EF8-4BE4-972F-FA3FE5A18736}" type="pres">
      <dgm:prSet presAssocID="{20928AAA-F457-4A09-8AAC-A82210983FBE}" presName="composite" presStyleCnt="0"/>
      <dgm:spPr/>
    </dgm:pt>
    <dgm:pt modelId="{F34C40A7-6131-4EF1-9887-E7EEA86D1562}" type="pres">
      <dgm:prSet presAssocID="{20928AAA-F457-4A09-8AAC-A82210983FBE}" presName="ConnectorPoint" presStyleLbl="fgAcc1" presStyleIdx="1" presStyleCnt="5"/>
      <dgm:spPr>
        <a:ln>
          <a:noFill/>
        </a:ln>
      </dgm:spPr>
    </dgm:pt>
    <dgm:pt modelId="{14186A17-7B9F-4674-AD57-FF0C87A3CB32}" type="pres">
      <dgm:prSet presAssocID="{20928AAA-F457-4A09-8AAC-A82210983FBE}" presName="ConnectLine" presStyleLbl="alignNode1" presStyleIdx="1" presStyleCnt="5"/>
      <dgm:spPr>
        <a:solidFill>
          <a:schemeClr val="accent1">
            <a:hueOff val="0"/>
            <a:satOff val="0"/>
            <a:lumOff val="0"/>
            <a:alphaOff val="0"/>
          </a:schemeClr>
        </a:solidFill>
        <a:ln w="12700" cap="flat" cmpd="sng" algn="ctr">
          <a:solidFill>
            <a:schemeClr val="accent1">
              <a:hueOff val="0"/>
              <a:satOff val="0"/>
              <a:lumOff val="0"/>
              <a:alphaOff val="0"/>
            </a:schemeClr>
          </a:solidFill>
          <a:prstDash val="dash"/>
          <a:miter lim="800000"/>
        </a:ln>
        <a:effectLst/>
      </dgm:spPr>
    </dgm:pt>
    <dgm:pt modelId="{975F3CEC-6BAC-4EFC-B44F-278583CEC78C}" type="pres">
      <dgm:prSet presAssocID="{20928AAA-F457-4A09-8AAC-A82210983FBE}" presName="FlexibleEmptyPlaceHolder" presStyleCnt="0"/>
      <dgm:spPr/>
    </dgm:pt>
    <dgm:pt modelId="{3A73CBFE-397D-467A-A65B-E19FAB2953BB}" type="pres">
      <dgm:prSet presAssocID="{20928AAA-F457-4A09-8AAC-A82210983FBE}" presName="L2TextContainer" presStyleLbl="bgAcc1" presStyleIdx="1" presStyleCnt="5" custScaleX="109810" custLinFactNeighborX="-13302">
        <dgm:presLayoutVars>
          <dgm:chMax val="0"/>
          <dgm:chPref val="0"/>
          <dgm:bulletEnabled val="1"/>
        </dgm:presLayoutVars>
      </dgm:prSet>
      <dgm:spPr/>
    </dgm:pt>
    <dgm:pt modelId="{730471FC-8FAF-49B2-8F42-63D391F759BE}" type="pres">
      <dgm:prSet presAssocID="{20928AAA-F457-4A09-8AAC-A82210983FBE}" presName="L1TextContainer" presStyleLbl="revTx" presStyleIdx="1" presStyleCnt="5" custLinFactNeighborX="-14631">
        <dgm:presLayoutVars>
          <dgm:chMax val="1"/>
          <dgm:chPref val="1"/>
          <dgm:bulletEnabled val="1"/>
        </dgm:presLayoutVars>
      </dgm:prSet>
      <dgm:spPr/>
    </dgm:pt>
    <dgm:pt modelId="{E5B7BEAE-1C65-4A3E-9D69-CA6F92F97FF3}" type="pres">
      <dgm:prSet presAssocID="{20928AAA-F457-4A09-8AAC-A82210983FBE}" presName="EmptyPlaceHolder" presStyleCnt="0"/>
      <dgm:spPr/>
    </dgm:pt>
    <dgm:pt modelId="{1BC83304-6330-4FF6-994A-D02AC933FCB6}" type="pres">
      <dgm:prSet presAssocID="{EB5D5454-A5E9-4E37-B514-DFC5324A66C0}" presName="spaceBetweenRectangles" presStyleCnt="0"/>
      <dgm:spPr/>
    </dgm:pt>
    <dgm:pt modelId="{8D6C0F72-35C7-4FDF-BDAC-4FF565A33A17}" type="pres">
      <dgm:prSet presAssocID="{03738E35-4243-4E7D-A93F-C07DA3901E78}" presName="composite" presStyleCnt="0"/>
      <dgm:spPr/>
    </dgm:pt>
    <dgm:pt modelId="{79B0CEDC-0005-4ACE-AB25-DB9533DC85C2}" type="pres">
      <dgm:prSet presAssocID="{03738E35-4243-4E7D-A93F-C07DA3901E78}" presName="ConnectorPoint" presStyleLbl="fgAcc1" presStyleIdx="2" presStyleCnt="5"/>
      <dgm:spPr>
        <a:ln>
          <a:noFill/>
        </a:ln>
      </dgm:spPr>
    </dgm:pt>
    <dgm:pt modelId="{F1C3FD7B-71E0-4012-B7CE-2C80433ED975}" type="pres">
      <dgm:prSet presAssocID="{03738E35-4243-4E7D-A93F-C07DA3901E78}" presName="ConnectLine" presStyleLbl="alignNode1" presStyleIdx="2" presStyleCnt="5"/>
      <dgm:spPr>
        <a:solidFill>
          <a:schemeClr val="accent1">
            <a:hueOff val="0"/>
            <a:satOff val="0"/>
            <a:lumOff val="0"/>
            <a:alphaOff val="0"/>
          </a:schemeClr>
        </a:solidFill>
        <a:ln w="12700" cap="flat" cmpd="sng" algn="ctr">
          <a:solidFill>
            <a:schemeClr val="accent1">
              <a:hueOff val="0"/>
              <a:satOff val="0"/>
              <a:lumOff val="0"/>
              <a:alphaOff val="0"/>
            </a:schemeClr>
          </a:solidFill>
          <a:prstDash val="dash"/>
          <a:miter lim="800000"/>
        </a:ln>
        <a:effectLst/>
      </dgm:spPr>
    </dgm:pt>
    <dgm:pt modelId="{8D7DE9DA-72BE-42E6-8909-E3D0EB4CA475}" type="pres">
      <dgm:prSet presAssocID="{03738E35-4243-4E7D-A93F-C07DA3901E78}" presName="FlexibleEmptyPlaceHolder" presStyleCnt="0"/>
      <dgm:spPr/>
    </dgm:pt>
    <dgm:pt modelId="{2467EBEC-ACAC-4EF4-B856-39067B4D928B}" type="pres">
      <dgm:prSet presAssocID="{03738E35-4243-4E7D-A93F-C07DA3901E78}" presName="L2TextContainer" presStyleLbl="bgAcc1" presStyleIdx="2" presStyleCnt="5" custScaleX="92458" custLinFactNeighborX="-1001">
        <dgm:presLayoutVars>
          <dgm:chMax val="0"/>
          <dgm:chPref val="0"/>
          <dgm:bulletEnabled val="1"/>
        </dgm:presLayoutVars>
      </dgm:prSet>
      <dgm:spPr/>
    </dgm:pt>
    <dgm:pt modelId="{7605329C-2B32-4CD7-9B69-1B3DAB88562E}" type="pres">
      <dgm:prSet presAssocID="{03738E35-4243-4E7D-A93F-C07DA3901E78}" presName="L1TextContainer" presStyleLbl="revTx" presStyleIdx="2" presStyleCnt="5" custLinFactNeighborX="6" custLinFactNeighborY="-6379">
        <dgm:presLayoutVars>
          <dgm:chMax val="1"/>
          <dgm:chPref val="1"/>
          <dgm:bulletEnabled val="1"/>
        </dgm:presLayoutVars>
      </dgm:prSet>
      <dgm:spPr/>
    </dgm:pt>
    <dgm:pt modelId="{E4D18DE3-4D68-4CCA-A662-044FD68AA3B7}" type="pres">
      <dgm:prSet presAssocID="{03738E35-4243-4E7D-A93F-C07DA3901E78}" presName="EmptyPlaceHolder" presStyleCnt="0"/>
      <dgm:spPr/>
    </dgm:pt>
    <dgm:pt modelId="{77D7097C-1EDE-4274-97C6-BE5F0924C39C}" type="pres">
      <dgm:prSet presAssocID="{6BF5896A-A334-45B0-B451-09159F55B184}" presName="spaceBetweenRectangles" presStyleCnt="0"/>
      <dgm:spPr/>
    </dgm:pt>
    <dgm:pt modelId="{DA0D1A8F-1D92-476F-972C-E82839B78B96}" type="pres">
      <dgm:prSet presAssocID="{962BFD33-E216-4331-BBD8-38EEDAB2E2C0}" presName="composite" presStyleCnt="0"/>
      <dgm:spPr/>
    </dgm:pt>
    <dgm:pt modelId="{A72D3A03-5E34-4B13-9747-5EFFE003B8C1}" type="pres">
      <dgm:prSet presAssocID="{962BFD33-E216-4331-BBD8-38EEDAB2E2C0}" presName="ConnectorPoint" presStyleLbl="fgAcc1" presStyleIdx="3" presStyleCnt="5"/>
      <dgm:spPr>
        <a:ln>
          <a:noFill/>
        </a:ln>
      </dgm:spPr>
    </dgm:pt>
    <dgm:pt modelId="{EB9D58D6-E34B-4990-86E2-B1CAE3536A29}" type="pres">
      <dgm:prSet presAssocID="{962BFD33-E216-4331-BBD8-38EEDAB2E2C0}" presName="ConnectLine" presStyleLbl="alignNode1" presStyleIdx="3" presStyleCnt="5"/>
      <dgm:spPr>
        <a:solidFill>
          <a:schemeClr val="accent1">
            <a:hueOff val="0"/>
            <a:satOff val="0"/>
            <a:lumOff val="0"/>
            <a:alphaOff val="0"/>
          </a:schemeClr>
        </a:solidFill>
        <a:ln w="12700" cap="flat" cmpd="sng" algn="ctr">
          <a:solidFill>
            <a:schemeClr val="accent1">
              <a:hueOff val="0"/>
              <a:satOff val="0"/>
              <a:lumOff val="0"/>
              <a:alphaOff val="0"/>
            </a:schemeClr>
          </a:solidFill>
          <a:prstDash val="dash"/>
        </a:ln>
        <a:effectLst/>
      </dgm:spPr>
    </dgm:pt>
    <dgm:pt modelId="{B9FF588F-5F27-4094-9B6D-747FD10A48B7}" type="pres">
      <dgm:prSet presAssocID="{962BFD33-E216-4331-BBD8-38EEDAB2E2C0}" presName="FlexibleEmptyPlaceHolder" presStyleCnt="0"/>
      <dgm:spPr/>
    </dgm:pt>
    <dgm:pt modelId="{160E0A3B-47C8-4C2F-8C45-EC9C3DFA1FFB}" type="pres">
      <dgm:prSet presAssocID="{962BFD33-E216-4331-BBD8-38EEDAB2E2C0}" presName="L2TextContainer" presStyleLbl="bgAcc1" presStyleIdx="3" presStyleCnt="5" custScaleX="92730" custLinFactNeighborX="4296">
        <dgm:presLayoutVars>
          <dgm:chMax val="0"/>
          <dgm:chPref val="0"/>
          <dgm:bulletEnabled val="1"/>
        </dgm:presLayoutVars>
      </dgm:prSet>
      <dgm:spPr/>
    </dgm:pt>
    <dgm:pt modelId="{5646D4EB-C7F1-4D0E-8051-C7D6C1D31ADE}" type="pres">
      <dgm:prSet presAssocID="{962BFD33-E216-4331-BBD8-38EEDAB2E2C0}" presName="L1TextContainer" presStyleLbl="revTx" presStyleIdx="3" presStyleCnt="5" custLinFactNeighborX="4657">
        <dgm:presLayoutVars>
          <dgm:chMax val="1"/>
          <dgm:chPref val="1"/>
          <dgm:bulletEnabled val="1"/>
        </dgm:presLayoutVars>
      </dgm:prSet>
      <dgm:spPr/>
    </dgm:pt>
    <dgm:pt modelId="{937215CC-5D52-40FA-BAD6-30FFF9CDB26A}" type="pres">
      <dgm:prSet presAssocID="{962BFD33-E216-4331-BBD8-38EEDAB2E2C0}" presName="EmptyPlaceHolder" presStyleCnt="0"/>
      <dgm:spPr/>
    </dgm:pt>
    <dgm:pt modelId="{33552C7C-A2D4-4FB7-AD93-DCB3C798AA86}" type="pres">
      <dgm:prSet presAssocID="{FF557E39-8331-4155-901F-701688C4CCAD}" presName="spaceBetweenRectangles" presStyleCnt="0"/>
      <dgm:spPr/>
    </dgm:pt>
    <dgm:pt modelId="{E02EEA3C-5485-4B77-B7B0-7A39B10F0BB4}" type="pres">
      <dgm:prSet presAssocID="{4B075034-3129-4DD5-98D7-318F326739CC}" presName="composite" presStyleCnt="0"/>
      <dgm:spPr/>
    </dgm:pt>
    <dgm:pt modelId="{864F9172-41AB-4727-BD60-71E6F62154FB}" type="pres">
      <dgm:prSet presAssocID="{4B075034-3129-4DD5-98D7-318F326739CC}" presName="ConnectorPoint" presStyleLbl="fgAcc1" presStyleIdx="4" presStyleCnt="5"/>
      <dgm:spPr>
        <a:ln>
          <a:noFill/>
        </a:ln>
      </dgm:spPr>
    </dgm:pt>
    <dgm:pt modelId="{9DE62C25-DC37-4130-AE3D-9F589C2E8903}" type="pres">
      <dgm:prSet presAssocID="{4B075034-3129-4DD5-98D7-318F326739CC}" presName="ConnectLine" presStyleLbl="alignNode1" presStyleIdx="4" presStyleCnt="5"/>
      <dgm:spPr>
        <a:solidFill>
          <a:schemeClr val="accent1">
            <a:hueOff val="0"/>
            <a:satOff val="0"/>
            <a:lumOff val="0"/>
            <a:alphaOff val="0"/>
          </a:schemeClr>
        </a:solidFill>
        <a:ln w="12700" cap="flat" cmpd="sng" algn="ctr">
          <a:solidFill>
            <a:schemeClr val="accent1">
              <a:hueOff val="0"/>
              <a:satOff val="0"/>
              <a:lumOff val="0"/>
              <a:alphaOff val="0"/>
            </a:schemeClr>
          </a:solidFill>
          <a:prstDash val="dash"/>
        </a:ln>
        <a:effectLst/>
      </dgm:spPr>
    </dgm:pt>
    <dgm:pt modelId="{D7C473BF-4C1D-41EC-BA7A-018501A202B0}" type="pres">
      <dgm:prSet presAssocID="{4B075034-3129-4DD5-98D7-318F326739CC}" presName="FlexibleEmptyPlaceHolder" presStyleCnt="0"/>
      <dgm:spPr/>
    </dgm:pt>
    <dgm:pt modelId="{277020A5-7024-4F77-9051-8B38AF80BE13}" type="pres">
      <dgm:prSet presAssocID="{4B075034-3129-4DD5-98D7-318F326739CC}" presName="L2TextContainer" presStyleLbl="bgAcc1" presStyleIdx="4" presStyleCnt="5" custScaleX="93563" custScaleY="100004" custLinFactNeighborX="7343">
        <dgm:presLayoutVars>
          <dgm:chMax val="0"/>
          <dgm:chPref val="0"/>
          <dgm:bulletEnabled val="1"/>
        </dgm:presLayoutVars>
      </dgm:prSet>
      <dgm:spPr/>
    </dgm:pt>
    <dgm:pt modelId="{03CEA676-E009-456C-B86F-9C9A7D3DA364}" type="pres">
      <dgm:prSet presAssocID="{4B075034-3129-4DD5-98D7-318F326739CC}" presName="L1TextContainer" presStyleLbl="revTx" presStyleIdx="4" presStyleCnt="5" custLinFactNeighborX="7433">
        <dgm:presLayoutVars>
          <dgm:chMax val="1"/>
          <dgm:chPref val="1"/>
          <dgm:bulletEnabled val="1"/>
        </dgm:presLayoutVars>
      </dgm:prSet>
      <dgm:spPr/>
    </dgm:pt>
    <dgm:pt modelId="{0FF1AF1C-630A-46D4-9EE9-7D0F99B23BBE}" type="pres">
      <dgm:prSet presAssocID="{4B075034-3129-4DD5-98D7-318F326739CC}" presName="EmptyPlaceHolder" presStyleCnt="0"/>
      <dgm:spPr/>
    </dgm:pt>
  </dgm:ptLst>
  <dgm:cxnLst>
    <dgm:cxn modelId="{1A1A5602-9CFD-454D-B81F-1F25DEBDBB35}" type="presOf" srcId="{34C8CD19-04E2-4488-965F-DC841C470D45}" destId="{2467EBEC-ACAC-4EF4-B856-39067B4D928B}" srcOrd="0" destOrd="0" presId="urn:microsoft.com/office/officeart/2017/3/layout/HorizontalPathTimeline#2"/>
    <dgm:cxn modelId="{9005EF1F-0C44-4C76-B6AD-2665A722A440}" type="presOf" srcId="{4B075034-3129-4DD5-98D7-318F326739CC}" destId="{03CEA676-E009-456C-B86F-9C9A7D3DA364}" srcOrd="0" destOrd="0" presId="urn:microsoft.com/office/officeart/2017/3/layout/HorizontalPathTimeline#2"/>
    <dgm:cxn modelId="{ABC35420-2881-483F-B687-1FB2F346360F}" type="presOf" srcId="{44D67ED0-6EEA-48F6-A9C1-BE754AABC76A}" destId="{93C358AC-5BA0-4CB6-B22F-1B95FA53D0F3}" srcOrd="0" destOrd="0" presId="urn:microsoft.com/office/officeart/2017/3/layout/HorizontalPathTimeline#2"/>
    <dgm:cxn modelId="{4FBBB02B-839D-42F0-98F9-A99695CAAAB8}" type="presOf" srcId="{7765D5C3-0EDB-417D-9159-55F8DE336842}" destId="{2467EBEC-ACAC-4EF4-B856-39067B4D928B}" srcOrd="0" destOrd="1" presId="urn:microsoft.com/office/officeart/2017/3/layout/HorizontalPathTimeline#2"/>
    <dgm:cxn modelId="{D77C3B5C-C13D-41B7-AA50-BE60CD5D3FAD}" srcId="{44D67ED0-6EEA-48F6-A9C1-BE754AABC76A}" destId="{962BFD33-E216-4331-BBD8-38EEDAB2E2C0}" srcOrd="3" destOrd="0" parTransId="{AB5F98BE-C987-462F-85E3-90E8BE69A319}" sibTransId="{FF557E39-8331-4155-901F-701688C4CCAD}"/>
    <dgm:cxn modelId="{82290D4D-2346-4E6C-B254-B9EAA4D01A23}" srcId="{20928AAA-F457-4A09-8AAC-A82210983FBE}" destId="{9C6534A9-4C27-4998-80A5-DF23882CAE25}" srcOrd="0" destOrd="0" parTransId="{0AA7231B-9394-4732-A7BE-3EB3CF2F8D70}" sibTransId="{83B69D46-737C-4589-B359-6BD9DD58BC91}"/>
    <dgm:cxn modelId="{07030C4E-4D62-4240-B10F-E41B801C763E}" srcId="{03738E35-4243-4E7D-A93F-C07DA3901E78}" destId="{34C8CD19-04E2-4488-965F-DC841C470D45}" srcOrd="0" destOrd="0" parTransId="{CD5F7DE2-2AD1-4CE8-AAC7-AD9C8E180CEA}" sibTransId="{7CE5955C-EC28-4D1B-9459-0C5458B1797D}"/>
    <dgm:cxn modelId="{BA476174-221B-4A3D-B4E2-5FCC084B59D3}" srcId="{44D67ED0-6EEA-48F6-A9C1-BE754AABC76A}" destId="{20928AAA-F457-4A09-8AAC-A82210983FBE}" srcOrd="1" destOrd="0" parTransId="{915085CE-2C78-4B64-8FF4-E48DB7BD55D2}" sibTransId="{EB5D5454-A5E9-4E37-B514-DFC5324A66C0}"/>
    <dgm:cxn modelId="{6D78A77D-E8C3-44F7-BA7A-2EB94AAF655C}" type="presOf" srcId="{9C6534A9-4C27-4998-80A5-DF23882CAE25}" destId="{3A73CBFE-397D-467A-A65B-E19FAB2953BB}" srcOrd="0" destOrd="0" presId="urn:microsoft.com/office/officeart/2017/3/layout/HorizontalPathTimeline#2"/>
    <dgm:cxn modelId="{0D49E980-DE7B-46C8-A240-0AF3E38E1055}" srcId="{AE62509E-8FD5-4BC0-8484-49407DA07B2D}" destId="{54A260F9-80FA-4E2A-BE87-2C0670B83857}" srcOrd="0" destOrd="0" parTransId="{3E4E3177-8F1B-40ED-B20A-6A6F0041E180}" sibTransId="{BA9E60E0-CF2E-4096-A9F4-556713DB9AE4}"/>
    <dgm:cxn modelId="{0DE29C93-78F2-43AA-B58C-7715B6F0EBD8}" srcId="{4B075034-3129-4DD5-98D7-318F326739CC}" destId="{1080EDDF-ADDC-4DF2-8E5F-F49A7CF611ED}" srcOrd="0" destOrd="0" parTransId="{8583E403-5FDD-4D7C-B9B3-0CD49AFEBACE}" sibTransId="{4C9E55B0-B04E-4552-BC60-A9DA24745302}"/>
    <dgm:cxn modelId="{047969A5-710C-4C0E-B61E-734F166269A0}" srcId="{962BFD33-E216-4331-BBD8-38EEDAB2E2C0}" destId="{B296910E-5EDD-40B6-9F5C-49436E692D0A}" srcOrd="0" destOrd="0" parTransId="{911B340C-3486-4299-920E-5DB640C4EDC9}" sibTransId="{33A0507C-F24C-416A-8E94-DB84555D29CB}"/>
    <dgm:cxn modelId="{4746DDBA-39D9-4779-AA84-9E67056DD78D}" type="presOf" srcId="{20928AAA-F457-4A09-8AAC-A82210983FBE}" destId="{730471FC-8FAF-49B2-8F42-63D391F759BE}" srcOrd="0" destOrd="0" presId="urn:microsoft.com/office/officeart/2017/3/layout/HorizontalPathTimeline#2"/>
    <dgm:cxn modelId="{E41AD5BE-76F3-4A9E-8059-7FC968661703}" srcId="{44D67ED0-6EEA-48F6-A9C1-BE754AABC76A}" destId="{03738E35-4243-4E7D-A93F-C07DA3901E78}" srcOrd="2" destOrd="0" parTransId="{DABBAF6C-D1C9-42E1-B928-5ACDE3D21AB0}" sibTransId="{6BF5896A-A334-45B0-B451-09159F55B184}"/>
    <dgm:cxn modelId="{3C2A09BF-C87B-49E8-A36E-94F837D23880}" srcId="{03738E35-4243-4E7D-A93F-C07DA3901E78}" destId="{7765D5C3-0EDB-417D-9159-55F8DE336842}" srcOrd="1" destOrd="0" parTransId="{0805F1AD-3CD6-4CF8-9E1A-9C5A71C630F8}" sibTransId="{CDF81466-964D-4DAF-924D-41B8AB9493F5}"/>
    <dgm:cxn modelId="{8E29C2C0-0274-4EA3-9FF2-BC466EA71A55}" type="presOf" srcId="{54A260F9-80FA-4E2A-BE87-2C0670B83857}" destId="{408DCC00-CC60-4F76-9C61-F00E7DBFC778}" srcOrd="0" destOrd="0" presId="urn:microsoft.com/office/officeart/2017/3/layout/HorizontalPathTimeline#2"/>
    <dgm:cxn modelId="{F02F5BC1-ADCB-49B8-8B9B-A880FE3F3007}" type="presOf" srcId="{03738E35-4243-4E7D-A93F-C07DA3901E78}" destId="{7605329C-2B32-4CD7-9B69-1B3DAB88562E}" srcOrd="0" destOrd="0" presId="urn:microsoft.com/office/officeart/2017/3/layout/HorizontalPathTimeline#2"/>
    <dgm:cxn modelId="{FB22A1C5-F573-4FC4-BF5E-BFBDF858D131}" type="presOf" srcId="{AE62509E-8FD5-4BC0-8484-49407DA07B2D}" destId="{5C96A5F5-16B2-4AEA-9591-B66C220F4A65}" srcOrd="0" destOrd="0" presId="urn:microsoft.com/office/officeart/2017/3/layout/HorizontalPathTimeline#2"/>
    <dgm:cxn modelId="{3FFF5DC7-0983-4794-B4CB-F1F2D9CE51EC}" srcId="{44D67ED0-6EEA-48F6-A9C1-BE754AABC76A}" destId="{4B075034-3129-4DD5-98D7-318F326739CC}" srcOrd="4" destOrd="0" parTransId="{ACA0AE6F-8D87-4F61-8D3E-12FC4D4132DA}" sibTransId="{4F1D94B4-1627-4363-B86E-DD3281EE398D}"/>
    <dgm:cxn modelId="{A48A7ACB-725B-40E0-9300-DE9CD4B48CEA}" type="presOf" srcId="{B296910E-5EDD-40B6-9F5C-49436E692D0A}" destId="{160E0A3B-47C8-4C2F-8C45-EC9C3DFA1FFB}" srcOrd="0" destOrd="0" presId="urn:microsoft.com/office/officeart/2017/3/layout/HorizontalPathTimeline#2"/>
    <dgm:cxn modelId="{B681E0E7-0B3A-4DB8-BF19-F9AE0E1C787B}" srcId="{44D67ED0-6EEA-48F6-A9C1-BE754AABC76A}" destId="{AE62509E-8FD5-4BC0-8484-49407DA07B2D}" srcOrd="0" destOrd="0" parTransId="{8F2C679D-77AF-46F9-9ACE-1E1D440B1883}" sibTransId="{5C2CB4AF-F88D-4FBE-A40E-0CC048A23B9E}"/>
    <dgm:cxn modelId="{E561ABF3-D381-4ACD-A1E0-00CFFAB2B8CD}" type="presOf" srcId="{1080EDDF-ADDC-4DF2-8E5F-F49A7CF611ED}" destId="{277020A5-7024-4F77-9051-8B38AF80BE13}" srcOrd="0" destOrd="0" presId="urn:microsoft.com/office/officeart/2017/3/layout/HorizontalPathTimeline#2"/>
    <dgm:cxn modelId="{69E0CAF8-BA7B-4071-83F2-34B7499AB9BD}" type="presOf" srcId="{962BFD33-E216-4331-BBD8-38EEDAB2E2C0}" destId="{5646D4EB-C7F1-4D0E-8051-C7D6C1D31ADE}" srcOrd="0" destOrd="0" presId="urn:microsoft.com/office/officeart/2017/3/layout/HorizontalPathTimeline#2"/>
    <dgm:cxn modelId="{149B274D-97B1-4D7D-8606-A060E69D9396}" type="presParOf" srcId="{93C358AC-5BA0-4CB6-B22F-1B95FA53D0F3}" destId="{9F83E70B-EE6D-407B-8E1F-FE26817B3B1D}" srcOrd="0" destOrd="0" presId="urn:microsoft.com/office/officeart/2017/3/layout/HorizontalPathTimeline#2"/>
    <dgm:cxn modelId="{9C64AB4C-6C50-4B98-94C3-1FB3A10037C8}" type="presParOf" srcId="{93C358AC-5BA0-4CB6-B22F-1B95FA53D0F3}" destId="{EE6F6E1A-AC88-44BD-8034-0C2734A7943C}" srcOrd="1" destOrd="0" presId="urn:microsoft.com/office/officeart/2017/3/layout/HorizontalPathTimeline#2"/>
    <dgm:cxn modelId="{1FD49278-35FB-4A87-8037-150A03088969}" type="presParOf" srcId="{EE6F6E1A-AC88-44BD-8034-0C2734A7943C}" destId="{27CC3FEA-4989-4FE6-A03A-48D0F90DB146}" srcOrd="0" destOrd="0" presId="urn:microsoft.com/office/officeart/2017/3/layout/HorizontalPathTimeline#2"/>
    <dgm:cxn modelId="{0FDCEE2C-9049-4A7D-A4AD-A3FAB2668504}" type="presParOf" srcId="{27CC3FEA-4989-4FE6-A03A-48D0F90DB146}" destId="{B3AC6DBE-85B6-4AF3-BADF-7E1E82B735CC}" srcOrd="0" destOrd="0" presId="urn:microsoft.com/office/officeart/2017/3/layout/HorizontalPathTimeline#2"/>
    <dgm:cxn modelId="{BD07AC6A-3A2F-47FE-9350-7DA4A29DB905}" type="presParOf" srcId="{27CC3FEA-4989-4FE6-A03A-48D0F90DB146}" destId="{EAA550E8-D286-40B4-9B20-40DE0FCA02CE}" srcOrd="1" destOrd="0" presId="urn:microsoft.com/office/officeart/2017/3/layout/HorizontalPathTimeline#2"/>
    <dgm:cxn modelId="{4EF19140-CE0B-4443-9D3C-912EE4A13BBB}" type="presParOf" srcId="{27CC3FEA-4989-4FE6-A03A-48D0F90DB146}" destId="{13B6FF8E-261C-4941-9C10-4D13C6F1D5E7}" srcOrd="2" destOrd="0" presId="urn:microsoft.com/office/officeart/2017/3/layout/HorizontalPathTimeline#2"/>
    <dgm:cxn modelId="{BF1AB424-047D-439E-A52A-C93F108309A7}" type="presParOf" srcId="{27CC3FEA-4989-4FE6-A03A-48D0F90DB146}" destId="{408DCC00-CC60-4F76-9C61-F00E7DBFC778}" srcOrd="3" destOrd="0" presId="urn:microsoft.com/office/officeart/2017/3/layout/HorizontalPathTimeline#2"/>
    <dgm:cxn modelId="{27C26064-6724-421D-AD07-4F8CD8E80135}" type="presParOf" srcId="{27CC3FEA-4989-4FE6-A03A-48D0F90DB146}" destId="{5C96A5F5-16B2-4AEA-9591-B66C220F4A65}" srcOrd="4" destOrd="0" presId="urn:microsoft.com/office/officeart/2017/3/layout/HorizontalPathTimeline#2"/>
    <dgm:cxn modelId="{292F4599-0304-4E05-BAB2-EE49D095460E}" type="presParOf" srcId="{27CC3FEA-4989-4FE6-A03A-48D0F90DB146}" destId="{22931EBF-FF0E-4476-B965-7C4CFFC57D5D}" srcOrd="5" destOrd="0" presId="urn:microsoft.com/office/officeart/2017/3/layout/HorizontalPathTimeline#2"/>
    <dgm:cxn modelId="{8392B015-2B04-43E7-9510-B7789EEB7846}" type="presParOf" srcId="{EE6F6E1A-AC88-44BD-8034-0C2734A7943C}" destId="{E3B24336-549D-49F0-9359-D66050EB5874}" srcOrd="1" destOrd="0" presId="urn:microsoft.com/office/officeart/2017/3/layout/HorizontalPathTimeline#2"/>
    <dgm:cxn modelId="{B4F8EBC0-FB8F-4814-B17C-8A8160450CE9}" type="presParOf" srcId="{EE6F6E1A-AC88-44BD-8034-0C2734A7943C}" destId="{8BD40F87-7EF8-4BE4-972F-FA3FE5A18736}" srcOrd="2" destOrd="0" presId="urn:microsoft.com/office/officeart/2017/3/layout/HorizontalPathTimeline#2"/>
    <dgm:cxn modelId="{BDBA57D5-9585-44EE-8137-B662DD0CCB3D}" type="presParOf" srcId="{8BD40F87-7EF8-4BE4-972F-FA3FE5A18736}" destId="{F34C40A7-6131-4EF1-9887-E7EEA86D1562}" srcOrd="0" destOrd="0" presId="urn:microsoft.com/office/officeart/2017/3/layout/HorizontalPathTimeline#2"/>
    <dgm:cxn modelId="{A58D608F-ECC9-4F53-924C-CA1FA9876CB6}" type="presParOf" srcId="{8BD40F87-7EF8-4BE4-972F-FA3FE5A18736}" destId="{14186A17-7B9F-4674-AD57-FF0C87A3CB32}" srcOrd="1" destOrd="0" presId="urn:microsoft.com/office/officeart/2017/3/layout/HorizontalPathTimeline#2"/>
    <dgm:cxn modelId="{35DB642F-8986-4C8A-8727-43F26FC8D8C5}" type="presParOf" srcId="{8BD40F87-7EF8-4BE4-972F-FA3FE5A18736}" destId="{975F3CEC-6BAC-4EFC-B44F-278583CEC78C}" srcOrd="2" destOrd="0" presId="urn:microsoft.com/office/officeart/2017/3/layout/HorizontalPathTimeline#2"/>
    <dgm:cxn modelId="{5F763E16-0EC2-45FD-9E65-98D18623BFAC}" type="presParOf" srcId="{8BD40F87-7EF8-4BE4-972F-FA3FE5A18736}" destId="{3A73CBFE-397D-467A-A65B-E19FAB2953BB}" srcOrd="3" destOrd="0" presId="urn:microsoft.com/office/officeart/2017/3/layout/HorizontalPathTimeline#2"/>
    <dgm:cxn modelId="{756051C9-E47D-483A-A215-FDD1F893B06F}" type="presParOf" srcId="{8BD40F87-7EF8-4BE4-972F-FA3FE5A18736}" destId="{730471FC-8FAF-49B2-8F42-63D391F759BE}" srcOrd="4" destOrd="0" presId="urn:microsoft.com/office/officeart/2017/3/layout/HorizontalPathTimeline#2"/>
    <dgm:cxn modelId="{5BE04A7E-2CB3-4EBF-92EC-859AF2F0516B}" type="presParOf" srcId="{8BD40F87-7EF8-4BE4-972F-FA3FE5A18736}" destId="{E5B7BEAE-1C65-4A3E-9D69-CA6F92F97FF3}" srcOrd="5" destOrd="0" presId="urn:microsoft.com/office/officeart/2017/3/layout/HorizontalPathTimeline#2"/>
    <dgm:cxn modelId="{DA44D99E-95F4-455B-924A-281175A3046A}" type="presParOf" srcId="{EE6F6E1A-AC88-44BD-8034-0C2734A7943C}" destId="{1BC83304-6330-4FF6-994A-D02AC933FCB6}" srcOrd="3" destOrd="0" presId="urn:microsoft.com/office/officeart/2017/3/layout/HorizontalPathTimeline#2"/>
    <dgm:cxn modelId="{DDACE856-1745-4149-B5B3-4C4B7FF09D1D}" type="presParOf" srcId="{EE6F6E1A-AC88-44BD-8034-0C2734A7943C}" destId="{8D6C0F72-35C7-4FDF-BDAC-4FF565A33A17}" srcOrd="4" destOrd="0" presId="urn:microsoft.com/office/officeart/2017/3/layout/HorizontalPathTimeline#2"/>
    <dgm:cxn modelId="{A02D9B70-41D7-496D-956C-A57245DB7C97}" type="presParOf" srcId="{8D6C0F72-35C7-4FDF-BDAC-4FF565A33A17}" destId="{79B0CEDC-0005-4ACE-AB25-DB9533DC85C2}" srcOrd="0" destOrd="0" presId="urn:microsoft.com/office/officeart/2017/3/layout/HorizontalPathTimeline#2"/>
    <dgm:cxn modelId="{A40BF6BD-D76C-49F7-AFD2-3BBED3A0034D}" type="presParOf" srcId="{8D6C0F72-35C7-4FDF-BDAC-4FF565A33A17}" destId="{F1C3FD7B-71E0-4012-B7CE-2C80433ED975}" srcOrd="1" destOrd="0" presId="urn:microsoft.com/office/officeart/2017/3/layout/HorizontalPathTimeline#2"/>
    <dgm:cxn modelId="{FD0F136A-2C48-4E26-B042-74A913D58944}" type="presParOf" srcId="{8D6C0F72-35C7-4FDF-BDAC-4FF565A33A17}" destId="{8D7DE9DA-72BE-42E6-8909-E3D0EB4CA475}" srcOrd="2" destOrd="0" presId="urn:microsoft.com/office/officeart/2017/3/layout/HorizontalPathTimeline#2"/>
    <dgm:cxn modelId="{C87FB66A-D457-4ABE-9A01-18B0288F7603}" type="presParOf" srcId="{8D6C0F72-35C7-4FDF-BDAC-4FF565A33A17}" destId="{2467EBEC-ACAC-4EF4-B856-39067B4D928B}" srcOrd="3" destOrd="0" presId="urn:microsoft.com/office/officeart/2017/3/layout/HorizontalPathTimeline#2"/>
    <dgm:cxn modelId="{FC2E878F-005A-4C2D-BDCB-A15D56AFD437}" type="presParOf" srcId="{8D6C0F72-35C7-4FDF-BDAC-4FF565A33A17}" destId="{7605329C-2B32-4CD7-9B69-1B3DAB88562E}" srcOrd="4" destOrd="0" presId="urn:microsoft.com/office/officeart/2017/3/layout/HorizontalPathTimeline#2"/>
    <dgm:cxn modelId="{91A72D46-162A-44DF-8333-8CF3D7F18806}" type="presParOf" srcId="{8D6C0F72-35C7-4FDF-BDAC-4FF565A33A17}" destId="{E4D18DE3-4D68-4CCA-A662-044FD68AA3B7}" srcOrd="5" destOrd="0" presId="urn:microsoft.com/office/officeart/2017/3/layout/HorizontalPathTimeline#2"/>
    <dgm:cxn modelId="{195E9820-BD28-4383-BB8B-3801C236D4B5}" type="presParOf" srcId="{EE6F6E1A-AC88-44BD-8034-0C2734A7943C}" destId="{77D7097C-1EDE-4274-97C6-BE5F0924C39C}" srcOrd="5" destOrd="0" presId="urn:microsoft.com/office/officeart/2017/3/layout/HorizontalPathTimeline#2"/>
    <dgm:cxn modelId="{29CBD66A-1B9E-4227-A0A6-0A74303F6865}" type="presParOf" srcId="{EE6F6E1A-AC88-44BD-8034-0C2734A7943C}" destId="{DA0D1A8F-1D92-476F-972C-E82839B78B96}" srcOrd="6" destOrd="0" presId="urn:microsoft.com/office/officeart/2017/3/layout/HorizontalPathTimeline#2"/>
    <dgm:cxn modelId="{A350293D-0963-4BB3-858D-81760720AD56}" type="presParOf" srcId="{DA0D1A8F-1D92-476F-972C-E82839B78B96}" destId="{A72D3A03-5E34-4B13-9747-5EFFE003B8C1}" srcOrd="0" destOrd="0" presId="urn:microsoft.com/office/officeart/2017/3/layout/HorizontalPathTimeline#2"/>
    <dgm:cxn modelId="{AD06762D-21EE-4261-AD3E-60C1BFF2A574}" type="presParOf" srcId="{DA0D1A8F-1D92-476F-972C-E82839B78B96}" destId="{EB9D58D6-E34B-4990-86E2-B1CAE3536A29}" srcOrd="1" destOrd="0" presId="urn:microsoft.com/office/officeart/2017/3/layout/HorizontalPathTimeline#2"/>
    <dgm:cxn modelId="{BD022CFF-7A00-46AD-B49E-4FA70BAD24AF}" type="presParOf" srcId="{DA0D1A8F-1D92-476F-972C-E82839B78B96}" destId="{B9FF588F-5F27-4094-9B6D-747FD10A48B7}" srcOrd="2" destOrd="0" presId="urn:microsoft.com/office/officeart/2017/3/layout/HorizontalPathTimeline#2"/>
    <dgm:cxn modelId="{374BA1B3-3DEE-43EA-8E3F-977385263DC1}" type="presParOf" srcId="{DA0D1A8F-1D92-476F-972C-E82839B78B96}" destId="{160E0A3B-47C8-4C2F-8C45-EC9C3DFA1FFB}" srcOrd="3" destOrd="0" presId="urn:microsoft.com/office/officeart/2017/3/layout/HorizontalPathTimeline#2"/>
    <dgm:cxn modelId="{939964A6-04CF-4914-B621-59A261345117}" type="presParOf" srcId="{DA0D1A8F-1D92-476F-972C-E82839B78B96}" destId="{5646D4EB-C7F1-4D0E-8051-C7D6C1D31ADE}" srcOrd="4" destOrd="0" presId="urn:microsoft.com/office/officeart/2017/3/layout/HorizontalPathTimeline#2"/>
    <dgm:cxn modelId="{15513A16-9781-40EE-8F14-298BAFFAC844}" type="presParOf" srcId="{DA0D1A8F-1D92-476F-972C-E82839B78B96}" destId="{937215CC-5D52-40FA-BAD6-30FFF9CDB26A}" srcOrd="5" destOrd="0" presId="urn:microsoft.com/office/officeart/2017/3/layout/HorizontalPathTimeline#2"/>
    <dgm:cxn modelId="{63CC12B3-2BEC-4C22-AA69-B71529AA12A0}" type="presParOf" srcId="{EE6F6E1A-AC88-44BD-8034-0C2734A7943C}" destId="{33552C7C-A2D4-4FB7-AD93-DCB3C798AA86}" srcOrd="7" destOrd="0" presId="urn:microsoft.com/office/officeart/2017/3/layout/HorizontalPathTimeline#2"/>
    <dgm:cxn modelId="{BC239F0C-73B2-46F5-8CD5-C0E05EE657B1}" type="presParOf" srcId="{EE6F6E1A-AC88-44BD-8034-0C2734A7943C}" destId="{E02EEA3C-5485-4B77-B7B0-7A39B10F0BB4}" srcOrd="8" destOrd="0" presId="urn:microsoft.com/office/officeart/2017/3/layout/HorizontalPathTimeline#2"/>
    <dgm:cxn modelId="{E97A20AD-2C06-4101-A62B-1654DCD99024}" type="presParOf" srcId="{E02EEA3C-5485-4B77-B7B0-7A39B10F0BB4}" destId="{864F9172-41AB-4727-BD60-71E6F62154FB}" srcOrd="0" destOrd="0" presId="urn:microsoft.com/office/officeart/2017/3/layout/HorizontalPathTimeline#2"/>
    <dgm:cxn modelId="{CECCA3E3-40D1-4D70-A156-21D51D151C9D}" type="presParOf" srcId="{E02EEA3C-5485-4B77-B7B0-7A39B10F0BB4}" destId="{9DE62C25-DC37-4130-AE3D-9F589C2E8903}" srcOrd="1" destOrd="0" presId="urn:microsoft.com/office/officeart/2017/3/layout/HorizontalPathTimeline#2"/>
    <dgm:cxn modelId="{551F1B8E-C761-4A0D-BD20-1ADC2F8E7D4F}" type="presParOf" srcId="{E02EEA3C-5485-4B77-B7B0-7A39B10F0BB4}" destId="{D7C473BF-4C1D-41EC-BA7A-018501A202B0}" srcOrd="2" destOrd="0" presId="urn:microsoft.com/office/officeart/2017/3/layout/HorizontalPathTimeline#2"/>
    <dgm:cxn modelId="{B9F151E5-365B-4B4B-8365-7636CB8EE0DE}" type="presParOf" srcId="{E02EEA3C-5485-4B77-B7B0-7A39B10F0BB4}" destId="{277020A5-7024-4F77-9051-8B38AF80BE13}" srcOrd="3" destOrd="0" presId="urn:microsoft.com/office/officeart/2017/3/layout/HorizontalPathTimeline#2"/>
    <dgm:cxn modelId="{AD8E32F4-AD88-42BA-A1B7-B83C695C09E4}" type="presParOf" srcId="{E02EEA3C-5485-4B77-B7B0-7A39B10F0BB4}" destId="{03CEA676-E009-456C-B86F-9C9A7D3DA364}" srcOrd="4" destOrd="0" presId="urn:microsoft.com/office/officeart/2017/3/layout/HorizontalPathTimeline#2"/>
    <dgm:cxn modelId="{A5187015-38E2-4D85-A481-DFB73A5E1632}" type="presParOf" srcId="{E02EEA3C-5485-4B77-B7B0-7A39B10F0BB4}" destId="{0FF1AF1C-630A-46D4-9EE9-7D0F99B23BBE}" srcOrd="5" destOrd="0" presId="urn:microsoft.com/office/officeart/2017/3/layout/HorizontalPathTimeline#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C72703F-EB58-4B0C-8B2A-EDF2A51B2C6C}" type="doc">
      <dgm:prSet loTypeId="urn:microsoft.com/office/officeart/2019/1/layout/PeoplePortraitsList" loCatId="profile" qsTypeId="urn:microsoft.com/office/officeart/2005/8/quickstyle/simple1" qsCatId="simple" csTypeId="urn:microsoft.com/office/officeart/2005/8/colors/colorful2" csCatId="colorful" phldr="1"/>
      <dgm:spPr/>
      <dgm:t>
        <a:bodyPr rtlCol="0"/>
        <a:lstStyle/>
        <a:p>
          <a:pPr rtl="0"/>
          <a:endParaRPr lang="en-US"/>
        </a:p>
      </dgm:t>
    </dgm:pt>
    <dgm:pt modelId="{23CA95F9-8BCF-40C1-B842-BCFFD43632F6}">
      <dgm:prSet custT="1"/>
      <dgm:spPr/>
      <dgm:t>
        <a:bodyPr rtlCol="0"/>
        <a:lstStyle/>
        <a:p>
          <a:pPr algn="ctr" rtl="0">
            <a:lnSpc>
              <a:spcPct val="100000"/>
            </a:lnSpc>
            <a:defRPr b="1" spc="20">
              <a:latin typeface="+mj-lt"/>
            </a:defRPr>
          </a:pPr>
          <a:r>
            <a:rPr lang="en-GB" sz="1800" b="0" cap="all" noProof="0">
              <a:solidFill>
                <a:schemeClr val="accent5">
                  <a:lumMod val="60000"/>
                  <a:lumOff val="40000"/>
                </a:schemeClr>
              </a:solidFill>
            </a:rPr>
            <a:t>Main</a:t>
          </a:r>
          <a:endParaRPr lang="en-GB" sz="1600" b="0" noProof="0" dirty="0">
            <a:solidFill>
              <a:schemeClr val="tx1"/>
            </a:solidFill>
            <a:latin typeface="+mn-lt"/>
          </a:endParaRPr>
        </a:p>
      </dgm:t>
    </dgm:pt>
    <dgm:pt modelId="{FC4F4986-5DCD-4DC2-B7FD-2C5FABEF9979}" type="parTrans" cxnId="{E6EDE7CF-5B3F-4E2C-99EE-D5462F0EC9CE}">
      <dgm:prSet/>
      <dgm:spPr/>
      <dgm:t>
        <a:bodyPr rtlCol="0"/>
        <a:lstStyle/>
        <a:p>
          <a:pPr rtl="0"/>
          <a:endParaRPr lang="en-GB" noProof="0" dirty="0"/>
        </a:p>
      </dgm:t>
    </dgm:pt>
    <dgm:pt modelId="{D868EA7F-D868-4231-86D5-66D9B2DF2F62}" type="sibTrans" cxnId="{E6EDE7CF-5B3F-4E2C-99EE-D5462F0EC9CE}">
      <dgm:prSet/>
      <dgm:spPr/>
      <dgm:t>
        <a:bodyPr rtlCol="0"/>
        <a:lstStyle/>
        <a:p>
          <a:pPr rtl="0"/>
          <a:endParaRPr lang="en-GB" noProof="0" dirty="0"/>
        </a:p>
      </dgm:t>
    </dgm:pt>
    <dgm:pt modelId="{1E293C9C-50F7-4DF0-A45F-EF6AA41E15B2}">
      <dgm:prSet custT="1"/>
      <dgm:spPr/>
      <dgm:t>
        <a:bodyPr rtlCol="0"/>
        <a:lstStyle/>
        <a:p>
          <a:pPr algn="ctr" rtl="0">
            <a:lnSpc>
              <a:spcPct val="100000"/>
            </a:lnSpc>
            <a:defRPr b="1" spc="20">
              <a:latin typeface="+mj-lt"/>
            </a:defRPr>
          </a:pPr>
          <a:r>
            <a:rPr lang="en-GB" sz="1400" b="0" cap="all" noProof="0" dirty="0" err="1">
              <a:solidFill>
                <a:schemeClr val="accent5">
                  <a:lumMod val="60000"/>
                  <a:lumOff val="40000"/>
                </a:schemeClr>
              </a:solidFill>
            </a:rPr>
            <a:t>Arduino_Serial_fsm</a:t>
          </a:r>
          <a:endParaRPr lang="en-GB" sz="1400" b="0" cap="all" noProof="0" dirty="0">
            <a:solidFill>
              <a:schemeClr val="accent5">
                <a:lumMod val="60000"/>
                <a:lumOff val="40000"/>
              </a:schemeClr>
            </a:solidFill>
          </a:endParaRPr>
        </a:p>
        <a:p>
          <a:pPr algn="ctr" rtl="0">
            <a:lnSpc>
              <a:spcPct val="100000"/>
            </a:lnSpc>
            <a:defRPr b="1" spc="20">
              <a:latin typeface="+mj-lt"/>
            </a:defRPr>
          </a:pPr>
          <a:endParaRPr lang="en-GB" sz="1400" b="0" cap="all" noProof="0" dirty="0">
            <a:solidFill>
              <a:schemeClr val="accent5">
                <a:lumMod val="60000"/>
                <a:lumOff val="40000"/>
              </a:schemeClr>
            </a:solidFill>
          </a:endParaRPr>
        </a:p>
        <a:p>
          <a:pPr algn="ctr" rtl="0">
            <a:lnSpc>
              <a:spcPct val="100000"/>
            </a:lnSpc>
            <a:defRPr b="1" spc="20">
              <a:latin typeface="+mj-lt"/>
            </a:defRPr>
          </a:pPr>
          <a:br>
            <a:rPr lang="en-GB" sz="1200" noProof="0" dirty="0">
              <a:solidFill>
                <a:schemeClr val="tx1"/>
              </a:solidFill>
            </a:rPr>
          </a:br>
          <a:endParaRPr lang="en-GB" sz="1200" b="0" noProof="0" dirty="0">
            <a:solidFill>
              <a:schemeClr val="tx1"/>
            </a:solidFill>
            <a:latin typeface="+mn-lt"/>
          </a:endParaRPr>
        </a:p>
      </dgm:t>
    </dgm:pt>
    <dgm:pt modelId="{04936CC5-1B2F-4620-ABDF-F195956C3F4A}" type="parTrans" cxnId="{A7E7000F-0D10-4D88-844F-C9CB2A6A39DA}">
      <dgm:prSet/>
      <dgm:spPr/>
      <dgm:t>
        <a:bodyPr rtlCol="0"/>
        <a:lstStyle/>
        <a:p>
          <a:pPr rtl="0"/>
          <a:endParaRPr lang="en-GB" noProof="0" dirty="0"/>
        </a:p>
      </dgm:t>
    </dgm:pt>
    <dgm:pt modelId="{E019F05B-61F4-4915-9D10-5D6F328EA591}" type="sibTrans" cxnId="{A7E7000F-0D10-4D88-844F-C9CB2A6A39DA}">
      <dgm:prSet/>
      <dgm:spPr/>
      <dgm:t>
        <a:bodyPr rtlCol="0"/>
        <a:lstStyle/>
        <a:p>
          <a:pPr rtl="0"/>
          <a:endParaRPr lang="en-GB" noProof="0" dirty="0"/>
        </a:p>
      </dgm:t>
    </dgm:pt>
    <dgm:pt modelId="{DA3F2F2F-B5A8-4CFD-ABCE-1BC48CD913AF}">
      <dgm:prSet custT="1"/>
      <dgm:spPr/>
      <dgm:t>
        <a:bodyPr rtlCol="0"/>
        <a:lstStyle/>
        <a:p>
          <a:pPr algn="ctr" rtl="0">
            <a:lnSpc>
              <a:spcPct val="100000"/>
            </a:lnSpc>
            <a:defRPr b="1" spc="20">
              <a:latin typeface="+mj-lt"/>
            </a:defRPr>
          </a:pPr>
          <a:r>
            <a:rPr lang="en-GB" sz="1800" b="0" cap="all" noProof="0">
              <a:solidFill>
                <a:schemeClr val="accent5">
                  <a:lumMod val="60000"/>
                  <a:lumOff val="40000"/>
                </a:schemeClr>
              </a:solidFill>
            </a:rPr>
            <a:t>Daq_fsm</a:t>
          </a:r>
        </a:p>
        <a:p>
          <a:pPr algn="ctr" rtl="0">
            <a:lnSpc>
              <a:spcPct val="100000"/>
            </a:lnSpc>
            <a:defRPr b="1" spc="20">
              <a:latin typeface="+mj-lt"/>
            </a:defRPr>
          </a:pPr>
          <a:br>
            <a:rPr lang="en-GB" sz="1600" noProof="0">
              <a:solidFill>
                <a:schemeClr val="tx1"/>
              </a:solidFill>
            </a:rPr>
          </a:br>
          <a:endParaRPr lang="en-GB" sz="1600" b="0" noProof="0" dirty="0">
            <a:solidFill>
              <a:schemeClr val="tx1"/>
            </a:solidFill>
            <a:latin typeface="+mn-lt"/>
          </a:endParaRPr>
        </a:p>
      </dgm:t>
    </dgm:pt>
    <dgm:pt modelId="{D4AFA5E0-6624-49A6-B10B-4FFA7483C001}" type="parTrans" cxnId="{307321D6-32A9-4F29-A35B-8328C6417311}">
      <dgm:prSet/>
      <dgm:spPr/>
      <dgm:t>
        <a:bodyPr rtlCol="0"/>
        <a:lstStyle/>
        <a:p>
          <a:pPr rtl="0"/>
          <a:endParaRPr lang="en-GB" noProof="0" dirty="0"/>
        </a:p>
      </dgm:t>
    </dgm:pt>
    <dgm:pt modelId="{038FE749-6004-418E-86C7-7C1B1D7930F4}" type="sibTrans" cxnId="{307321D6-32A9-4F29-A35B-8328C6417311}">
      <dgm:prSet/>
      <dgm:spPr/>
      <dgm:t>
        <a:bodyPr rtlCol="0"/>
        <a:lstStyle/>
        <a:p>
          <a:pPr rtl="0"/>
          <a:endParaRPr lang="en-GB" noProof="0" dirty="0"/>
        </a:p>
      </dgm:t>
    </dgm:pt>
    <dgm:pt modelId="{B2F9B3BC-1849-4A4A-BBE4-752B9B492C76}">
      <dgm:prSet custT="1"/>
      <dgm:spPr/>
      <dgm:t>
        <a:bodyPr rtlCol="0"/>
        <a:lstStyle/>
        <a:p>
          <a:pPr algn="ctr" rtl="0">
            <a:lnSpc>
              <a:spcPct val="100000"/>
            </a:lnSpc>
            <a:defRPr b="1" spc="20">
              <a:latin typeface="+mj-lt"/>
            </a:defRPr>
          </a:pPr>
          <a:r>
            <a:rPr lang="en-GB" sz="1600" b="0" cap="all" noProof="0">
              <a:solidFill>
                <a:schemeClr val="accent5">
                  <a:lumMod val="60000"/>
                  <a:lumOff val="40000"/>
                </a:schemeClr>
              </a:solidFill>
            </a:rPr>
            <a:t>Agilent_GPIB_FSM</a:t>
          </a:r>
        </a:p>
        <a:p>
          <a:pPr algn="ctr" rtl="0">
            <a:lnSpc>
              <a:spcPct val="100000"/>
            </a:lnSpc>
            <a:defRPr b="1" spc="20">
              <a:latin typeface="+mj-lt"/>
            </a:defRPr>
          </a:pPr>
          <a:br>
            <a:rPr lang="en-GB" sz="1400" noProof="0">
              <a:solidFill>
                <a:schemeClr val="tx1"/>
              </a:solidFill>
            </a:rPr>
          </a:br>
          <a:endParaRPr lang="en-GB" sz="1400" b="0" noProof="0" dirty="0">
            <a:solidFill>
              <a:schemeClr val="tx1"/>
            </a:solidFill>
            <a:latin typeface="+mn-lt"/>
          </a:endParaRPr>
        </a:p>
      </dgm:t>
    </dgm:pt>
    <dgm:pt modelId="{48FD486C-824F-4590-8CFC-BC1053E533DD}" type="parTrans" cxnId="{BB48F2B9-3F80-43D5-9223-76526A774C2D}">
      <dgm:prSet/>
      <dgm:spPr/>
      <dgm:t>
        <a:bodyPr rtlCol="0"/>
        <a:lstStyle/>
        <a:p>
          <a:pPr rtl="0"/>
          <a:endParaRPr lang="en-GB" noProof="0" dirty="0"/>
        </a:p>
      </dgm:t>
    </dgm:pt>
    <dgm:pt modelId="{2946CE56-B018-4C0E-918D-0B36D170024F}" type="sibTrans" cxnId="{BB48F2B9-3F80-43D5-9223-76526A774C2D}">
      <dgm:prSet/>
      <dgm:spPr/>
      <dgm:t>
        <a:bodyPr rtlCol="0"/>
        <a:lstStyle/>
        <a:p>
          <a:pPr rtl="0"/>
          <a:endParaRPr lang="en-GB" noProof="0" dirty="0"/>
        </a:p>
      </dgm:t>
    </dgm:pt>
    <dgm:pt modelId="{981C698A-31D0-484D-A4A7-F65627656CF7}">
      <dgm:prSet custT="1"/>
      <dgm:spPr/>
      <dgm:t>
        <a:bodyPr rtlCol="0"/>
        <a:lstStyle/>
        <a:p>
          <a:pPr algn="ctr" rtl="0">
            <a:lnSpc>
              <a:spcPct val="100000"/>
            </a:lnSpc>
            <a:defRPr b="1" spc="20">
              <a:latin typeface="+mj-lt"/>
            </a:defRPr>
          </a:pPr>
          <a:r>
            <a:rPr lang="en-GB" sz="1200" b="0" cap="all" noProof="0">
              <a:solidFill>
                <a:schemeClr val="accent5">
                  <a:lumMod val="60000"/>
                  <a:lumOff val="40000"/>
                </a:schemeClr>
              </a:solidFill>
            </a:rPr>
            <a:t>Arduino_FlowPump_Control</a:t>
          </a:r>
        </a:p>
        <a:p>
          <a:pPr algn="ctr" rtl="0">
            <a:lnSpc>
              <a:spcPct val="100000"/>
            </a:lnSpc>
            <a:defRPr b="1" spc="20">
              <a:latin typeface="+mj-lt"/>
            </a:defRPr>
          </a:pPr>
          <a:br>
            <a:rPr lang="en-GB" sz="1050" noProof="0">
              <a:solidFill>
                <a:schemeClr val="tx1"/>
              </a:solidFill>
            </a:rPr>
          </a:br>
          <a:endParaRPr lang="en-GB" sz="1050" noProof="0" dirty="0"/>
        </a:p>
      </dgm:t>
    </dgm:pt>
    <dgm:pt modelId="{00231315-7C62-4A55-81CD-19B8D419A56D}" type="parTrans" cxnId="{7CF9EF39-F62B-4F2B-9E1D-AB9DEB7316B0}">
      <dgm:prSet/>
      <dgm:spPr/>
      <dgm:t>
        <a:bodyPr rtlCol="0"/>
        <a:lstStyle/>
        <a:p>
          <a:pPr rtl="0"/>
          <a:endParaRPr lang="en-GB" noProof="0" dirty="0"/>
        </a:p>
      </dgm:t>
    </dgm:pt>
    <dgm:pt modelId="{B630F25B-A0AB-42A1-A4F7-DB335B583FAB}" type="sibTrans" cxnId="{7CF9EF39-F62B-4F2B-9E1D-AB9DEB7316B0}">
      <dgm:prSet/>
      <dgm:spPr/>
      <dgm:t>
        <a:bodyPr rtlCol="0"/>
        <a:lstStyle/>
        <a:p>
          <a:pPr rtl="0"/>
          <a:endParaRPr lang="en-GB" noProof="0" dirty="0"/>
        </a:p>
      </dgm:t>
    </dgm:pt>
    <dgm:pt modelId="{BF30E86D-EAFC-44CE-B56C-D7C5EC7742F3}" type="pres">
      <dgm:prSet presAssocID="{5C72703F-EB58-4B0C-8B2A-EDF2A51B2C6C}" presName="root" presStyleCnt="0">
        <dgm:presLayoutVars>
          <dgm:dir/>
          <dgm:resizeHandles val="exact"/>
        </dgm:presLayoutVars>
      </dgm:prSet>
      <dgm:spPr/>
    </dgm:pt>
    <dgm:pt modelId="{34A89649-B4A9-4A6F-8793-5A3DB37DDDA6}" type="pres">
      <dgm:prSet presAssocID="{23CA95F9-8BCF-40C1-B842-BCFFD43632F6}" presName="compNode" presStyleCnt="0"/>
      <dgm:spPr/>
    </dgm:pt>
    <dgm:pt modelId="{FFB9F511-6797-4909-9D3B-89EBC96F25A8}" type="pres">
      <dgm:prSet presAssocID="{23CA95F9-8BCF-40C1-B842-BCFFD43632F6}" presName="topSpace" presStyleCnt="0"/>
      <dgm:spPr/>
    </dgm:pt>
    <dgm:pt modelId="{73073D5B-7ADA-4F8B-AD34-0BE114905A44}" type="pres">
      <dgm:prSet presAssocID="{23CA95F9-8BCF-40C1-B842-BCFFD43632F6}" presName="photoElip" presStyleLbl="node1" presStyleIdx="0" presStyleCnt="5" custScaleX="123193" custScaleY="123193"/>
      <dgm:spPr>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a:stretch>
        </a:blipFill>
        <a:ln>
          <a:noFill/>
        </a:ln>
      </dgm:spPr>
    </dgm:pt>
    <dgm:pt modelId="{EE33220B-2292-4F19-BD6E-B7F529CD8414}" type="pres">
      <dgm:prSet presAssocID="{23CA95F9-8BCF-40C1-B842-BCFFD43632F6}" presName="iconSpace" presStyleCnt="0"/>
      <dgm:spPr/>
    </dgm:pt>
    <dgm:pt modelId="{FDFAF16A-4FD0-49F4-8593-32E9A31A4FF7}" type="pres">
      <dgm:prSet presAssocID="{23CA95F9-8BCF-40C1-B842-BCFFD43632F6}" presName="nameTx" presStyleLbl="revTx" presStyleIdx="0" presStyleCnt="10" custLinFactNeighborY="17872">
        <dgm:presLayoutVars>
          <dgm:chMax val="0"/>
          <dgm:chPref val="0"/>
        </dgm:presLayoutVars>
      </dgm:prSet>
      <dgm:spPr/>
    </dgm:pt>
    <dgm:pt modelId="{EEB88C88-E325-43D0-B163-BFD87C897361}" type="pres">
      <dgm:prSet presAssocID="{23CA95F9-8BCF-40C1-B842-BCFFD43632F6}" presName="txSpace" presStyleCnt="0"/>
      <dgm:spPr/>
    </dgm:pt>
    <dgm:pt modelId="{7D166BBB-55AF-452C-B9A0-94A1EE55FF4F}" type="pres">
      <dgm:prSet presAssocID="{23CA95F9-8BCF-40C1-B842-BCFFD43632F6}" presName="desTx" presStyleLbl="revTx" presStyleIdx="1" presStyleCnt="10">
        <dgm:presLayoutVars/>
      </dgm:prSet>
      <dgm:spPr/>
    </dgm:pt>
    <dgm:pt modelId="{860D3358-284A-4827-88CC-2F74FF5A1E56}" type="pres">
      <dgm:prSet presAssocID="{23CA95F9-8BCF-40C1-B842-BCFFD43632F6}" presName="bottSpace" presStyleCnt="0"/>
      <dgm:spPr/>
    </dgm:pt>
    <dgm:pt modelId="{0D4A0804-490F-47AA-B7FA-08C890B0D841}" type="pres">
      <dgm:prSet presAssocID="{D868EA7F-D868-4231-86D5-66D9B2DF2F62}" presName="sibTrans" presStyleCnt="0"/>
      <dgm:spPr/>
    </dgm:pt>
    <dgm:pt modelId="{E40BB94D-AE1C-4F05-8AA5-E9FA9A8CCCDE}" type="pres">
      <dgm:prSet presAssocID="{1E293C9C-50F7-4DF0-A45F-EF6AA41E15B2}" presName="compNode" presStyleCnt="0"/>
      <dgm:spPr/>
    </dgm:pt>
    <dgm:pt modelId="{1BC7C3C6-BE78-4F0A-9E69-54742F1AA0F3}" type="pres">
      <dgm:prSet presAssocID="{1E293C9C-50F7-4DF0-A45F-EF6AA41E15B2}" presName="topSpace" presStyleCnt="0"/>
      <dgm:spPr/>
    </dgm:pt>
    <dgm:pt modelId="{25238F18-07B8-41D8-8BD9-9F8514E8F9C4}" type="pres">
      <dgm:prSet presAssocID="{1E293C9C-50F7-4DF0-A45F-EF6AA41E15B2}" presName="photoElip" presStyleLbl="node1" presStyleIdx="1" presStyleCnt="5" custScaleX="123193" custScaleY="123193"/>
      <dgm:spPr>
        <a:prstGeom prst="rect">
          <a:avLst/>
        </a:prstGeom>
        <a:blipFill>
          <a:blip xmlns:r="http://schemas.openxmlformats.org/officeDocument/2006/relationships" r:embed="rId2">
            <a:extLst>
              <a:ext uri="{28A0092B-C50C-407E-A947-70E740481C1C}">
                <a14:useLocalDpi xmlns:a14="http://schemas.microsoft.com/office/drawing/2010/main" val="0"/>
              </a:ext>
            </a:extLst>
          </a:blip>
          <a:srcRect/>
          <a:stretch>
            <a:fillRect l="-2000" r="-2000"/>
          </a:stretch>
        </a:blipFill>
        <a:ln>
          <a:noFill/>
        </a:ln>
      </dgm:spPr>
    </dgm:pt>
    <dgm:pt modelId="{6FFE343B-847F-4D3F-A2F9-B95E826EC656}" type="pres">
      <dgm:prSet presAssocID="{1E293C9C-50F7-4DF0-A45F-EF6AA41E15B2}" presName="iconSpace" presStyleCnt="0"/>
      <dgm:spPr/>
    </dgm:pt>
    <dgm:pt modelId="{866F95BB-E9D9-40E2-AB9F-99D5F69BA82A}" type="pres">
      <dgm:prSet presAssocID="{1E293C9C-50F7-4DF0-A45F-EF6AA41E15B2}" presName="nameTx" presStyleLbl="revTx" presStyleIdx="2" presStyleCnt="10" custScaleX="130961" custLinFactNeighborX="3115" custLinFactNeighborY="41913">
        <dgm:presLayoutVars>
          <dgm:chMax val="0"/>
          <dgm:chPref val="0"/>
        </dgm:presLayoutVars>
      </dgm:prSet>
      <dgm:spPr/>
    </dgm:pt>
    <dgm:pt modelId="{B22197FE-7BF1-485D-9B2D-0AD12CF41435}" type="pres">
      <dgm:prSet presAssocID="{1E293C9C-50F7-4DF0-A45F-EF6AA41E15B2}" presName="txSpace" presStyleCnt="0"/>
      <dgm:spPr/>
    </dgm:pt>
    <dgm:pt modelId="{1223E777-77CB-4A9A-BF21-12B513842696}" type="pres">
      <dgm:prSet presAssocID="{1E293C9C-50F7-4DF0-A45F-EF6AA41E15B2}" presName="desTx" presStyleLbl="revTx" presStyleIdx="3" presStyleCnt="10">
        <dgm:presLayoutVars/>
      </dgm:prSet>
      <dgm:spPr/>
    </dgm:pt>
    <dgm:pt modelId="{48A93FE3-F550-4840-B560-2DB8553BED7D}" type="pres">
      <dgm:prSet presAssocID="{1E293C9C-50F7-4DF0-A45F-EF6AA41E15B2}" presName="bottSpace" presStyleCnt="0"/>
      <dgm:spPr/>
    </dgm:pt>
    <dgm:pt modelId="{DCDF700C-8587-4AD0-95CF-A8CEBB3AD30B}" type="pres">
      <dgm:prSet presAssocID="{E019F05B-61F4-4915-9D10-5D6F328EA591}" presName="sibTrans" presStyleCnt="0"/>
      <dgm:spPr/>
    </dgm:pt>
    <dgm:pt modelId="{D5C9CF54-A3DB-4262-A188-C006BBF08A29}" type="pres">
      <dgm:prSet presAssocID="{DA3F2F2F-B5A8-4CFD-ABCE-1BC48CD913AF}" presName="compNode" presStyleCnt="0"/>
      <dgm:spPr/>
    </dgm:pt>
    <dgm:pt modelId="{EB21A753-DAF6-4914-9F97-D017DE4534D0}" type="pres">
      <dgm:prSet presAssocID="{DA3F2F2F-B5A8-4CFD-ABCE-1BC48CD913AF}" presName="topSpace" presStyleCnt="0"/>
      <dgm:spPr/>
    </dgm:pt>
    <dgm:pt modelId="{418E44D8-60E4-4008-9F09-1A652C62E8A6}" type="pres">
      <dgm:prSet presAssocID="{DA3F2F2F-B5A8-4CFD-ABCE-1BC48CD913AF}" presName="photoElip" presStyleLbl="node1" presStyleIdx="2" presStyleCnt="5" custScaleX="123193" custScaleY="123193"/>
      <dgm:spPr>
        <a:prstGeom prst="rect">
          <a:avLst/>
        </a:prstGeom>
        <a:blipFill>
          <a:blip xmlns:r="http://schemas.openxmlformats.org/officeDocument/2006/relationships" r:embed="rId3">
            <a:extLst>
              <a:ext uri="{28A0092B-C50C-407E-A947-70E740481C1C}">
                <a14:useLocalDpi xmlns:a14="http://schemas.microsoft.com/office/drawing/2010/main" val="0"/>
              </a:ext>
            </a:extLst>
          </a:blip>
          <a:srcRect/>
          <a:stretch>
            <a:fillRect l="-1000" r="-1000"/>
          </a:stretch>
        </a:blipFill>
        <a:ln>
          <a:noFill/>
        </a:ln>
      </dgm:spPr>
    </dgm:pt>
    <dgm:pt modelId="{51349271-76B0-4CC0-A678-325A9A4D3475}" type="pres">
      <dgm:prSet presAssocID="{DA3F2F2F-B5A8-4CFD-ABCE-1BC48CD913AF}" presName="iconSpace" presStyleCnt="0"/>
      <dgm:spPr/>
    </dgm:pt>
    <dgm:pt modelId="{9B5C14B8-8D61-4009-9F8C-194486F530FA}" type="pres">
      <dgm:prSet presAssocID="{DA3F2F2F-B5A8-4CFD-ABCE-1BC48CD913AF}" presName="nameTx" presStyleLbl="revTx" presStyleIdx="4" presStyleCnt="10" custLinFactNeighborY="17872">
        <dgm:presLayoutVars>
          <dgm:chMax val="0"/>
          <dgm:chPref val="0"/>
        </dgm:presLayoutVars>
      </dgm:prSet>
      <dgm:spPr/>
    </dgm:pt>
    <dgm:pt modelId="{7C23080D-6185-431F-BAF8-5277AA3C0E29}" type="pres">
      <dgm:prSet presAssocID="{DA3F2F2F-B5A8-4CFD-ABCE-1BC48CD913AF}" presName="txSpace" presStyleCnt="0"/>
      <dgm:spPr/>
    </dgm:pt>
    <dgm:pt modelId="{EE420F84-477D-4635-BEF8-66426E9A259D}" type="pres">
      <dgm:prSet presAssocID="{DA3F2F2F-B5A8-4CFD-ABCE-1BC48CD913AF}" presName="desTx" presStyleLbl="revTx" presStyleIdx="5" presStyleCnt="10" custLinFactY="-45265" custLinFactNeighborX="14101" custLinFactNeighborY="-100000">
        <dgm:presLayoutVars/>
      </dgm:prSet>
      <dgm:spPr/>
    </dgm:pt>
    <dgm:pt modelId="{DB61A93F-5AE0-4A97-AFE4-E1EA7F61D044}" type="pres">
      <dgm:prSet presAssocID="{DA3F2F2F-B5A8-4CFD-ABCE-1BC48CD913AF}" presName="bottSpace" presStyleCnt="0"/>
      <dgm:spPr/>
    </dgm:pt>
    <dgm:pt modelId="{75D7FAE6-857D-40F6-B564-3F282FD27B77}" type="pres">
      <dgm:prSet presAssocID="{038FE749-6004-418E-86C7-7C1B1D7930F4}" presName="sibTrans" presStyleCnt="0"/>
      <dgm:spPr/>
    </dgm:pt>
    <dgm:pt modelId="{F836F72C-94C1-41ED-BA62-813057647F9C}" type="pres">
      <dgm:prSet presAssocID="{B2F9B3BC-1849-4A4A-BBE4-752B9B492C76}" presName="compNode" presStyleCnt="0"/>
      <dgm:spPr/>
    </dgm:pt>
    <dgm:pt modelId="{8D7BA638-A338-4090-BADA-C1ECE7868394}" type="pres">
      <dgm:prSet presAssocID="{B2F9B3BC-1849-4A4A-BBE4-752B9B492C76}" presName="topSpace" presStyleCnt="0"/>
      <dgm:spPr/>
    </dgm:pt>
    <dgm:pt modelId="{04A8E640-7EB5-4EF2-8C83-19A3E5328324}" type="pres">
      <dgm:prSet presAssocID="{B2F9B3BC-1849-4A4A-BBE4-752B9B492C76}" presName="photoElip" presStyleLbl="node1" presStyleIdx="3" presStyleCnt="5" custScaleX="123193" custScaleY="123193"/>
      <dgm:spPr>
        <a:prstGeom prst="rect">
          <a:avLst/>
        </a:prstGeom>
        <a:blipFill>
          <a:blip xmlns:r="http://schemas.openxmlformats.org/officeDocument/2006/relationships" r:embed="rId4">
            <a:extLst>
              <a:ext uri="{28A0092B-C50C-407E-A947-70E740481C1C}">
                <a14:useLocalDpi xmlns:a14="http://schemas.microsoft.com/office/drawing/2010/main" val="0"/>
              </a:ext>
            </a:extLst>
          </a:blip>
          <a:srcRect/>
          <a:stretch>
            <a:fillRect l="-2000" r="-2000"/>
          </a:stretch>
        </a:blipFill>
        <a:ln>
          <a:noFill/>
        </a:ln>
      </dgm:spPr>
    </dgm:pt>
    <dgm:pt modelId="{278B038A-7223-4C22-98FA-84D16AB2359F}" type="pres">
      <dgm:prSet presAssocID="{B2F9B3BC-1849-4A4A-BBE4-752B9B492C76}" presName="iconSpace" presStyleCnt="0"/>
      <dgm:spPr/>
    </dgm:pt>
    <dgm:pt modelId="{79C5F495-3DD9-41C8-99AE-150A333447D0}" type="pres">
      <dgm:prSet presAssocID="{B2F9B3BC-1849-4A4A-BBE4-752B9B492C76}" presName="nameTx" presStyleLbl="revTx" presStyleIdx="6" presStyleCnt="10" custScaleX="122210" custLinFactNeighborY="17872">
        <dgm:presLayoutVars>
          <dgm:chMax val="0"/>
          <dgm:chPref val="0"/>
        </dgm:presLayoutVars>
      </dgm:prSet>
      <dgm:spPr/>
    </dgm:pt>
    <dgm:pt modelId="{0D329E5F-B8D6-4027-B396-6AF7DD7D0537}" type="pres">
      <dgm:prSet presAssocID="{B2F9B3BC-1849-4A4A-BBE4-752B9B492C76}" presName="txSpace" presStyleCnt="0"/>
      <dgm:spPr/>
    </dgm:pt>
    <dgm:pt modelId="{5A7600AF-A34B-4D03-B3D6-B3C760AE8E06}" type="pres">
      <dgm:prSet presAssocID="{B2F9B3BC-1849-4A4A-BBE4-752B9B492C76}" presName="desTx" presStyleLbl="revTx" presStyleIdx="7" presStyleCnt="10" custLinFactNeighborX="1819" custLinFactNeighborY="-7212">
        <dgm:presLayoutVars/>
      </dgm:prSet>
      <dgm:spPr/>
    </dgm:pt>
    <dgm:pt modelId="{F9799C58-A628-4E75-9DAC-6616D2E34649}" type="pres">
      <dgm:prSet presAssocID="{B2F9B3BC-1849-4A4A-BBE4-752B9B492C76}" presName="bottSpace" presStyleCnt="0"/>
      <dgm:spPr/>
    </dgm:pt>
    <dgm:pt modelId="{0EFC6572-51BC-44D5-B2A4-D4BD69F85FAB}" type="pres">
      <dgm:prSet presAssocID="{2946CE56-B018-4C0E-918D-0B36D170024F}" presName="sibTrans" presStyleCnt="0"/>
      <dgm:spPr/>
    </dgm:pt>
    <dgm:pt modelId="{5F795C5D-99AF-4BA1-AF56-B5BDDC8E8E84}" type="pres">
      <dgm:prSet presAssocID="{981C698A-31D0-484D-A4A7-F65627656CF7}" presName="compNode" presStyleCnt="0"/>
      <dgm:spPr/>
    </dgm:pt>
    <dgm:pt modelId="{46E23E49-EDDE-4452-AD95-E7821B235D4B}" type="pres">
      <dgm:prSet presAssocID="{981C698A-31D0-484D-A4A7-F65627656CF7}" presName="topSpace" presStyleCnt="0"/>
      <dgm:spPr/>
    </dgm:pt>
    <dgm:pt modelId="{B00F06A2-7A1D-4CEA-B3B8-BA07CBAC907C}" type="pres">
      <dgm:prSet presAssocID="{981C698A-31D0-484D-A4A7-F65627656CF7}" presName="photoElip" presStyleLbl="node1" presStyleIdx="4" presStyleCnt="5" custScaleX="119198" custScaleY="122888" custLinFactNeighborY="-2400"/>
      <dgm:spPr>
        <a:prstGeom prst="rect">
          <a:avLst/>
        </a:prstGeom>
        <a:blipFill>
          <a:blip xmlns:r="http://schemas.openxmlformats.org/officeDocument/2006/relationships" r:embed="rId5">
            <a:extLst>
              <a:ext uri="{28A0092B-C50C-407E-A947-70E740481C1C}">
                <a14:useLocalDpi xmlns:a14="http://schemas.microsoft.com/office/drawing/2010/main" val="0"/>
              </a:ext>
            </a:extLst>
          </a:blip>
          <a:srcRect/>
          <a:stretch>
            <a:fillRect/>
          </a:stretch>
        </a:blipFill>
        <a:ln>
          <a:noFill/>
        </a:ln>
      </dgm:spPr>
    </dgm:pt>
    <dgm:pt modelId="{20B277A9-2991-45AC-82DC-F1308700C233}" type="pres">
      <dgm:prSet presAssocID="{981C698A-31D0-484D-A4A7-F65627656CF7}" presName="iconSpace" presStyleCnt="0"/>
      <dgm:spPr/>
    </dgm:pt>
    <dgm:pt modelId="{826EFBEB-31F0-4F16-92DA-A9490F57E899}" type="pres">
      <dgm:prSet presAssocID="{981C698A-31D0-484D-A4A7-F65627656CF7}" presName="nameTx" presStyleLbl="revTx" presStyleIdx="8" presStyleCnt="10" custScaleY="68287" custLinFactNeighborY="-21195">
        <dgm:presLayoutVars>
          <dgm:chMax val="0"/>
          <dgm:chPref val="0"/>
        </dgm:presLayoutVars>
      </dgm:prSet>
      <dgm:spPr/>
    </dgm:pt>
    <dgm:pt modelId="{07463B36-A8A9-4E97-B8B9-A874951AACBD}" type="pres">
      <dgm:prSet presAssocID="{981C698A-31D0-484D-A4A7-F65627656CF7}" presName="txSpace" presStyleCnt="0"/>
      <dgm:spPr/>
    </dgm:pt>
    <dgm:pt modelId="{7E9D018B-0787-4527-A244-BB0137FDBA87}" type="pres">
      <dgm:prSet presAssocID="{981C698A-31D0-484D-A4A7-F65627656CF7}" presName="desTx" presStyleLbl="revTx" presStyleIdx="9" presStyleCnt="10" custLinFactNeighborY="-5144">
        <dgm:presLayoutVars/>
      </dgm:prSet>
      <dgm:spPr/>
    </dgm:pt>
    <dgm:pt modelId="{C557B545-936B-4B0E-99AC-7F5728014840}" type="pres">
      <dgm:prSet presAssocID="{981C698A-31D0-484D-A4A7-F65627656CF7}" presName="bottSpace" presStyleCnt="0"/>
      <dgm:spPr/>
    </dgm:pt>
  </dgm:ptLst>
  <dgm:cxnLst>
    <dgm:cxn modelId="{A7E7000F-0D10-4D88-844F-C9CB2A6A39DA}" srcId="{5C72703F-EB58-4B0C-8B2A-EDF2A51B2C6C}" destId="{1E293C9C-50F7-4DF0-A45F-EF6AA41E15B2}" srcOrd="1" destOrd="0" parTransId="{04936CC5-1B2F-4620-ABDF-F195956C3F4A}" sibTransId="{E019F05B-61F4-4915-9D10-5D6F328EA591}"/>
    <dgm:cxn modelId="{0CD28921-5A4C-4CB8-97A7-9E4BFC2721E0}" type="presOf" srcId="{981C698A-31D0-484D-A4A7-F65627656CF7}" destId="{826EFBEB-31F0-4F16-92DA-A9490F57E899}" srcOrd="0" destOrd="0" presId="urn:microsoft.com/office/officeart/2019/1/layout/PeoplePortraitsList"/>
    <dgm:cxn modelId="{7CF9EF39-F62B-4F2B-9E1D-AB9DEB7316B0}" srcId="{5C72703F-EB58-4B0C-8B2A-EDF2A51B2C6C}" destId="{981C698A-31D0-484D-A4A7-F65627656CF7}" srcOrd="4" destOrd="0" parTransId="{00231315-7C62-4A55-81CD-19B8D419A56D}" sibTransId="{B630F25B-A0AB-42A1-A4F7-DB335B583FAB}"/>
    <dgm:cxn modelId="{540FED75-CB4E-4EAD-804F-81226869B095}" type="presOf" srcId="{1E293C9C-50F7-4DF0-A45F-EF6AA41E15B2}" destId="{866F95BB-E9D9-40E2-AB9F-99D5F69BA82A}" srcOrd="0" destOrd="0" presId="urn:microsoft.com/office/officeart/2019/1/layout/PeoplePortraitsList"/>
    <dgm:cxn modelId="{4C525577-8965-4DD8-A876-005F65E1D723}" type="presOf" srcId="{B2F9B3BC-1849-4A4A-BBE4-752B9B492C76}" destId="{79C5F495-3DD9-41C8-99AE-150A333447D0}" srcOrd="0" destOrd="0" presId="urn:microsoft.com/office/officeart/2019/1/layout/PeoplePortraitsList"/>
    <dgm:cxn modelId="{103DE3A3-70BD-4C08-B354-5518A18B954E}" type="presOf" srcId="{DA3F2F2F-B5A8-4CFD-ABCE-1BC48CD913AF}" destId="{9B5C14B8-8D61-4009-9F8C-194486F530FA}" srcOrd="0" destOrd="0" presId="urn:microsoft.com/office/officeart/2019/1/layout/PeoplePortraitsList"/>
    <dgm:cxn modelId="{BB48F2B9-3F80-43D5-9223-76526A774C2D}" srcId="{5C72703F-EB58-4B0C-8B2A-EDF2A51B2C6C}" destId="{B2F9B3BC-1849-4A4A-BBE4-752B9B492C76}" srcOrd="3" destOrd="0" parTransId="{48FD486C-824F-4590-8CFC-BC1053E533DD}" sibTransId="{2946CE56-B018-4C0E-918D-0B36D170024F}"/>
    <dgm:cxn modelId="{E6EDE7CF-5B3F-4E2C-99EE-D5462F0EC9CE}" srcId="{5C72703F-EB58-4B0C-8B2A-EDF2A51B2C6C}" destId="{23CA95F9-8BCF-40C1-B842-BCFFD43632F6}" srcOrd="0" destOrd="0" parTransId="{FC4F4986-5DCD-4DC2-B7FD-2C5FABEF9979}" sibTransId="{D868EA7F-D868-4231-86D5-66D9B2DF2F62}"/>
    <dgm:cxn modelId="{307321D6-32A9-4F29-A35B-8328C6417311}" srcId="{5C72703F-EB58-4B0C-8B2A-EDF2A51B2C6C}" destId="{DA3F2F2F-B5A8-4CFD-ABCE-1BC48CD913AF}" srcOrd="2" destOrd="0" parTransId="{D4AFA5E0-6624-49A6-B10B-4FFA7483C001}" sibTransId="{038FE749-6004-418E-86C7-7C1B1D7930F4}"/>
    <dgm:cxn modelId="{DE44E4D8-C5CF-4438-860F-3C376D4D64F5}" type="presOf" srcId="{23CA95F9-8BCF-40C1-B842-BCFFD43632F6}" destId="{FDFAF16A-4FD0-49F4-8593-32E9A31A4FF7}" srcOrd="0" destOrd="0" presId="urn:microsoft.com/office/officeart/2019/1/layout/PeoplePortraitsList"/>
    <dgm:cxn modelId="{74A68EEE-876E-4134-B088-DC53246E11FE}" type="presOf" srcId="{5C72703F-EB58-4B0C-8B2A-EDF2A51B2C6C}" destId="{BF30E86D-EAFC-44CE-B56C-D7C5EC7742F3}" srcOrd="0" destOrd="0" presId="urn:microsoft.com/office/officeart/2019/1/layout/PeoplePortraitsList"/>
    <dgm:cxn modelId="{3D9D2C87-FAC6-440F-8296-405914DA77FA}" type="presParOf" srcId="{BF30E86D-EAFC-44CE-B56C-D7C5EC7742F3}" destId="{34A89649-B4A9-4A6F-8793-5A3DB37DDDA6}" srcOrd="0" destOrd="0" presId="urn:microsoft.com/office/officeart/2019/1/layout/PeoplePortraitsList"/>
    <dgm:cxn modelId="{10208EBB-3996-40BD-88FB-7743A0FCFC0C}" type="presParOf" srcId="{34A89649-B4A9-4A6F-8793-5A3DB37DDDA6}" destId="{FFB9F511-6797-4909-9D3B-89EBC96F25A8}" srcOrd="0" destOrd="0" presId="urn:microsoft.com/office/officeart/2019/1/layout/PeoplePortraitsList"/>
    <dgm:cxn modelId="{680FCFE1-C0D6-41B7-81EE-34F07569A758}" type="presParOf" srcId="{34A89649-B4A9-4A6F-8793-5A3DB37DDDA6}" destId="{73073D5B-7ADA-4F8B-AD34-0BE114905A44}" srcOrd="1" destOrd="0" presId="urn:microsoft.com/office/officeart/2019/1/layout/PeoplePortraitsList"/>
    <dgm:cxn modelId="{84E22014-947A-4B8C-A1FF-A1E4AAD40AF2}" type="presParOf" srcId="{34A89649-B4A9-4A6F-8793-5A3DB37DDDA6}" destId="{EE33220B-2292-4F19-BD6E-B7F529CD8414}" srcOrd="2" destOrd="0" presId="urn:microsoft.com/office/officeart/2019/1/layout/PeoplePortraitsList"/>
    <dgm:cxn modelId="{6B5D3C86-47CA-4D7E-A443-7DF8A6130E63}" type="presParOf" srcId="{34A89649-B4A9-4A6F-8793-5A3DB37DDDA6}" destId="{FDFAF16A-4FD0-49F4-8593-32E9A31A4FF7}" srcOrd="3" destOrd="0" presId="urn:microsoft.com/office/officeart/2019/1/layout/PeoplePortraitsList"/>
    <dgm:cxn modelId="{119527D7-3755-4E3D-BC66-7A27143BBB8B}" type="presParOf" srcId="{34A89649-B4A9-4A6F-8793-5A3DB37DDDA6}" destId="{EEB88C88-E325-43D0-B163-BFD87C897361}" srcOrd="4" destOrd="0" presId="urn:microsoft.com/office/officeart/2019/1/layout/PeoplePortraitsList"/>
    <dgm:cxn modelId="{8B410EAE-BFFA-4BD7-B4BA-16AABEF1EAA9}" type="presParOf" srcId="{34A89649-B4A9-4A6F-8793-5A3DB37DDDA6}" destId="{7D166BBB-55AF-452C-B9A0-94A1EE55FF4F}" srcOrd="5" destOrd="0" presId="urn:microsoft.com/office/officeart/2019/1/layout/PeoplePortraitsList"/>
    <dgm:cxn modelId="{02A3AE73-815E-459E-B530-44D4C95EF771}" type="presParOf" srcId="{34A89649-B4A9-4A6F-8793-5A3DB37DDDA6}" destId="{860D3358-284A-4827-88CC-2F74FF5A1E56}" srcOrd="6" destOrd="0" presId="urn:microsoft.com/office/officeart/2019/1/layout/PeoplePortraitsList"/>
    <dgm:cxn modelId="{6C30D5CD-53EE-463E-B6E2-B237F041E4C3}" type="presParOf" srcId="{BF30E86D-EAFC-44CE-B56C-D7C5EC7742F3}" destId="{0D4A0804-490F-47AA-B7FA-08C890B0D841}" srcOrd="1" destOrd="0" presId="urn:microsoft.com/office/officeart/2019/1/layout/PeoplePortraitsList"/>
    <dgm:cxn modelId="{E4C40201-6BC4-420D-A8E7-A3465911B5D7}" type="presParOf" srcId="{BF30E86D-EAFC-44CE-B56C-D7C5EC7742F3}" destId="{E40BB94D-AE1C-4F05-8AA5-E9FA9A8CCCDE}" srcOrd="2" destOrd="0" presId="urn:microsoft.com/office/officeart/2019/1/layout/PeoplePortraitsList"/>
    <dgm:cxn modelId="{DF091FE9-5356-4A17-932D-C2EAD2530E8C}" type="presParOf" srcId="{E40BB94D-AE1C-4F05-8AA5-E9FA9A8CCCDE}" destId="{1BC7C3C6-BE78-4F0A-9E69-54742F1AA0F3}" srcOrd="0" destOrd="0" presId="urn:microsoft.com/office/officeart/2019/1/layout/PeoplePortraitsList"/>
    <dgm:cxn modelId="{43A6DAE1-8229-474F-B737-E5233B5044F7}" type="presParOf" srcId="{E40BB94D-AE1C-4F05-8AA5-E9FA9A8CCCDE}" destId="{25238F18-07B8-41D8-8BD9-9F8514E8F9C4}" srcOrd="1" destOrd="0" presId="urn:microsoft.com/office/officeart/2019/1/layout/PeoplePortraitsList"/>
    <dgm:cxn modelId="{811B328F-D513-4A25-BB09-9EDD8689ED34}" type="presParOf" srcId="{E40BB94D-AE1C-4F05-8AA5-E9FA9A8CCCDE}" destId="{6FFE343B-847F-4D3F-A2F9-B95E826EC656}" srcOrd="2" destOrd="0" presId="urn:microsoft.com/office/officeart/2019/1/layout/PeoplePortraitsList"/>
    <dgm:cxn modelId="{B86088D4-B825-4152-895F-72CD7428D68F}" type="presParOf" srcId="{E40BB94D-AE1C-4F05-8AA5-E9FA9A8CCCDE}" destId="{866F95BB-E9D9-40E2-AB9F-99D5F69BA82A}" srcOrd="3" destOrd="0" presId="urn:microsoft.com/office/officeart/2019/1/layout/PeoplePortraitsList"/>
    <dgm:cxn modelId="{9DF4ADBA-E8BF-45F3-B4C1-57BC4E46838A}" type="presParOf" srcId="{E40BB94D-AE1C-4F05-8AA5-E9FA9A8CCCDE}" destId="{B22197FE-7BF1-485D-9B2D-0AD12CF41435}" srcOrd="4" destOrd="0" presId="urn:microsoft.com/office/officeart/2019/1/layout/PeoplePortraitsList"/>
    <dgm:cxn modelId="{AE599A69-85C5-4380-827C-D751478A667D}" type="presParOf" srcId="{E40BB94D-AE1C-4F05-8AA5-E9FA9A8CCCDE}" destId="{1223E777-77CB-4A9A-BF21-12B513842696}" srcOrd="5" destOrd="0" presId="urn:microsoft.com/office/officeart/2019/1/layout/PeoplePortraitsList"/>
    <dgm:cxn modelId="{F8E06700-DE35-4D59-8FE6-04C15FF36365}" type="presParOf" srcId="{E40BB94D-AE1C-4F05-8AA5-E9FA9A8CCCDE}" destId="{48A93FE3-F550-4840-B560-2DB8553BED7D}" srcOrd="6" destOrd="0" presId="urn:microsoft.com/office/officeart/2019/1/layout/PeoplePortraitsList"/>
    <dgm:cxn modelId="{B3BC6484-B724-49D7-B0A5-B96774D6C5A7}" type="presParOf" srcId="{BF30E86D-EAFC-44CE-B56C-D7C5EC7742F3}" destId="{DCDF700C-8587-4AD0-95CF-A8CEBB3AD30B}" srcOrd="3" destOrd="0" presId="urn:microsoft.com/office/officeart/2019/1/layout/PeoplePortraitsList"/>
    <dgm:cxn modelId="{123A582B-C4F8-4519-967F-856EBB9F6F06}" type="presParOf" srcId="{BF30E86D-EAFC-44CE-B56C-D7C5EC7742F3}" destId="{D5C9CF54-A3DB-4262-A188-C006BBF08A29}" srcOrd="4" destOrd="0" presId="urn:microsoft.com/office/officeart/2019/1/layout/PeoplePortraitsList"/>
    <dgm:cxn modelId="{0A329E61-D0BD-4638-AFBB-ECC1E1BB2FE5}" type="presParOf" srcId="{D5C9CF54-A3DB-4262-A188-C006BBF08A29}" destId="{EB21A753-DAF6-4914-9F97-D017DE4534D0}" srcOrd="0" destOrd="0" presId="urn:microsoft.com/office/officeart/2019/1/layout/PeoplePortraitsList"/>
    <dgm:cxn modelId="{4E8CFC80-611A-4174-A442-0AFBB471F58A}" type="presParOf" srcId="{D5C9CF54-A3DB-4262-A188-C006BBF08A29}" destId="{418E44D8-60E4-4008-9F09-1A652C62E8A6}" srcOrd="1" destOrd="0" presId="urn:microsoft.com/office/officeart/2019/1/layout/PeoplePortraitsList"/>
    <dgm:cxn modelId="{D991B0D3-565F-44D9-A83F-197781E114D0}" type="presParOf" srcId="{D5C9CF54-A3DB-4262-A188-C006BBF08A29}" destId="{51349271-76B0-4CC0-A678-325A9A4D3475}" srcOrd="2" destOrd="0" presId="urn:microsoft.com/office/officeart/2019/1/layout/PeoplePortraitsList"/>
    <dgm:cxn modelId="{7FC54EBB-A416-48DA-AADE-209AE477B46E}" type="presParOf" srcId="{D5C9CF54-A3DB-4262-A188-C006BBF08A29}" destId="{9B5C14B8-8D61-4009-9F8C-194486F530FA}" srcOrd="3" destOrd="0" presId="urn:microsoft.com/office/officeart/2019/1/layout/PeoplePortraitsList"/>
    <dgm:cxn modelId="{2DCC0C79-D17C-4625-A51E-8C6146272B0A}" type="presParOf" srcId="{D5C9CF54-A3DB-4262-A188-C006BBF08A29}" destId="{7C23080D-6185-431F-BAF8-5277AA3C0E29}" srcOrd="4" destOrd="0" presId="urn:microsoft.com/office/officeart/2019/1/layout/PeoplePortraitsList"/>
    <dgm:cxn modelId="{A2D210FF-C687-4AED-82B0-395AAD28B698}" type="presParOf" srcId="{D5C9CF54-A3DB-4262-A188-C006BBF08A29}" destId="{EE420F84-477D-4635-BEF8-66426E9A259D}" srcOrd="5" destOrd="0" presId="urn:microsoft.com/office/officeart/2019/1/layout/PeoplePortraitsList"/>
    <dgm:cxn modelId="{948ADD0E-8022-4129-AB57-AF1F16DEEC20}" type="presParOf" srcId="{D5C9CF54-A3DB-4262-A188-C006BBF08A29}" destId="{DB61A93F-5AE0-4A97-AFE4-E1EA7F61D044}" srcOrd="6" destOrd="0" presId="urn:microsoft.com/office/officeart/2019/1/layout/PeoplePortraitsList"/>
    <dgm:cxn modelId="{B37D38BA-04F9-4FDE-90E3-13C84B9D3351}" type="presParOf" srcId="{BF30E86D-EAFC-44CE-B56C-D7C5EC7742F3}" destId="{75D7FAE6-857D-40F6-B564-3F282FD27B77}" srcOrd="5" destOrd="0" presId="urn:microsoft.com/office/officeart/2019/1/layout/PeoplePortraitsList"/>
    <dgm:cxn modelId="{C9461069-5B02-4E7D-89BF-60D89C5520D1}" type="presParOf" srcId="{BF30E86D-EAFC-44CE-B56C-D7C5EC7742F3}" destId="{F836F72C-94C1-41ED-BA62-813057647F9C}" srcOrd="6" destOrd="0" presId="urn:microsoft.com/office/officeart/2019/1/layout/PeoplePortraitsList"/>
    <dgm:cxn modelId="{074A72EB-DB29-40AB-9670-D77CF64F72EE}" type="presParOf" srcId="{F836F72C-94C1-41ED-BA62-813057647F9C}" destId="{8D7BA638-A338-4090-BADA-C1ECE7868394}" srcOrd="0" destOrd="0" presId="urn:microsoft.com/office/officeart/2019/1/layout/PeoplePortraitsList"/>
    <dgm:cxn modelId="{ACF70A6D-0F45-437B-9C70-8A65D4111C5E}" type="presParOf" srcId="{F836F72C-94C1-41ED-BA62-813057647F9C}" destId="{04A8E640-7EB5-4EF2-8C83-19A3E5328324}" srcOrd="1" destOrd="0" presId="urn:microsoft.com/office/officeart/2019/1/layout/PeoplePortraitsList"/>
    <dgm:cxn modelId="{207CB733-8608-4FD4-8942-AEF56B8AD050}" type="presParOf" srcId="{F836F72C-94C1-41ED-BA62-813057647F9C}" destId="{278B038A-7223-4C22-98FA-84D16AB2359F}" srcOrd="2" destOrd="0" presId="urn:microsoft.com/office/officeart/2019/1/layout/PeoplePortraitsList"/>
    <dgm:cxn modelId="{ABBDB8AD-1D60-4A5E-A05E-58E73FB4EE6D}" type="presParOf" srcId="{F836F72C-94C1-41ED-BA62-813057647F9C}" destId="{79C5F495-3DD9-41C8-99AE-150A333447D0}" srcOrd="3" destOrd="0" presId="urn:microsoft.com/office/officeart/2019/1/layout/PeoplePortraitsList"/>
    <dgm:cxn modelId="{4C2F2B28-9C3F-433B-AB15-CE2605DCD325}" type="presParOf" srcId="{F836F72C-94C1-41ED-BA62-813057647F9C}" destId="{0D329E5F-B8D6-4027-B396-6AF7DD7D0537}" srcOrd="4" destOrd="0" presId="urn:microsoft.com/office/officeart/2019/1/layout/PeoplePortraitsList"/>
    <dgm:cxn modelId="{A3CD0915-11F1-4C29-91BA-EF724E1525A8}" type="presParOf" srcId="{F836F72C-94C1-41ED-BA62-813057647F9C}" destId="{5A7600AF-A34B-4D03-B3D6-B3C760AE8E06}" srcOrd="5" destOrd="0" presId="urn:microsoft.com/office/officeart/2019/1/layout/PeoplePortraitsList"/>
    <dgm:cxn modelId="{82E4B52A-F0D2-438B-8CA3-5A6EB2771E78}" type="presParOf" srcId="{F836F72C-94C1-41ED-BA62-813057647F9C}" destId="{F9799C58-A628-4E75-9DAC-6616D2E34649}" srcOrd="6" destOrd="0" presId="urn:microsoft.com/office/officeart/2019/1/layout/PeoplePortraitsList"/>
    <dgm:cxn modelId="{35D70131-454E-4D2C-9C6E-B3250894A50A}" type="presParOf" srcId="{BF30E86D-EAFC-44CE-B56C-D7C5EC7742F3}" destId="{0EFC6572-51BC-44D5-B2A4-D4BD69F85FAB}" srcOrd="7" destOrd="0" presId="urn:microsoft.com/office/officeart/2019/1/layout/PeoplePortraitsList"/>
    <dgm:cxn modelId="{89B69CC5-116A-4356-A94F-587DF27E2C02}" type="presParOf" srcId="{BF30E86D-EAFC-44CE-B56C-D7C5EC7742F3}" destId="{5F795C5D-99AF-4BA1-AF56-B5BDDC8E8E84}" srcOrd="8" destOrd="0" presId="urn:microsoft.com/office/officeart/2019/1/layout/PeoplePortraitsList"/>
    <dgm:cxn modelId="{E589FA4A-2B9D-45EB-9813-F84EF7461C1D}" type="presParOf" srcId="{5F795C5D-99AF-4BA1-AF56-B5BDDC8E8E84}" destId="{46E23E49-EDDE-4452-AD95-E7821B235D4B}" srcOrd="0" destOrd="0" presId="urn:microsoft.com/office/officeart/2019/1/layout/PeoplePortraitsList"/>
    <dgm:cxn modelId="{40A72C9E-9C7D-4EFA-83F1-59FC94D85D01}" type="presParOf" srcId="{5F795C5D-99AF-4BA1-AF56-B5BDDC8E8E84}" destId="{B00F06A2-7A1D-4CEA-B3B8-BA07CBAC907C}" srcOrd="1" destOrd="0" presId="urn:microsoft.com/office/officeart/2019/1/layout/PeoplePortraitsList"/>
    <dgm:cxn modelId="{D432CED8-E557-44D7-9CE4-533BF1004B97}" type="presParOf" srcId="{5F795C5D-99AF-4BA1-AF56-B5BDDC8E8E84}" destId="{20B277A9-2991-45AC-82DC-F1308700C233}" srcOrd="2" destOrd="0" presId="urn:microsoft.com/office/officeart/2019/1/layout/PeoplePortraitsList"/>
    <dgm:cxn modelId="{F60CD417-B911-4D70-A670-DD10C4309AAC}" type="presParOf" srcId="{5F795C5D-99AF-4BA1-AF56-B5BDDC8E8E84}" destId="{826EFBEB-31F0-4F16-92DA-A9490F57E899}" srcOrd="3" destOrd="0" presId="urn:microsoft.com/office/officeart/2019/1/layout/PeoplePortraitsList"/>
    <dgm:cxn modelId="{3D90563D-37E4-4FB5-93A4-F3520046874C}" type="presParOf" srcId="{5F795C5D-99AF-4BA1-AF56-B5BDDC8E8E84}" destId="{07463B36-A8A9-4E97-B8B9-A874951AACBD}" srcOrd="4" destOrd="0" presId="urn:microsoft.com/office/officeart/2019/1/layout/PeoplePortraitsList"/>
    <dgm:cxn modelId="{F6DBCA1C-10FC-491F-B8DD-228BB98B1261}" type="presParOf" srcId="{5F795C5D-99AF-4BA1-AF56-B5BDDC8E8E84}" destId="{7E9D018B-0787-4527-A244-BB0137FDBA87}" srcOrd="5" destOrd="0" presId="urn:microsoft.com/office/officeart/2019/1/layout/PeoplePortraitsList"/>
    <dgm:cxn modelId="{79F8DBA9-65DA-4BC5-8A1D-95BD5E8B28E1}" type="presParOf" srcId="{5F795C5D-99AF-4BA1-AF56-B5BDDC8E8E84}" destId="{C557B545-936B-4B0E-99AC-7F5728014840}" srcOrd="6" destOrd="0" presId="urn:microsoft.com/office/officeart/2019/1/layout/PeoplePortraits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F83E70B-EE6D-407B-8E1F-FE26817B3B1D}">
      <dsp:nvSpPr>
        <dsp:cNvPr id="0" name=""/>
        <dsp:cNvSpPr/>
      </dsp:nvSpPr>
      <dsp:spPr>
        <a:xfrm>
          <a:off x="0" y="1902714"/>
          <a:ext cx="10852150" cy="158559"/>
        </a:xfrm>
        <a:prstGeom prst="rect">
          <a:avLst/>
        </a:prstGeom>
        <a:solidFill>
          <a:schemeClr val="accent4"/>
        </a:solidFill>
        <a:ln>
          <a:noFill/>
        </a:ln>
        <a:effectLst/>
      </dsp:spPr>
      <dsp:style>
        <a:lnRef idx="0">
          <a:scrgbClr r="0" g="0" b="0"/>
        </a:lnRef>
        <a:fillRef idx="0">
          <a:scrgbClr r="0" g="0" b="0"/>
        </a:fillRef>
        <a:effectRef idx="0">
          <a:scrgbClr r="0" g="0" b="0"/>
        </a:effectRef>
        <a:fontRef idx="minor">
          <a:schemeClr val="lt1"/>
        </a:fontRef>
      </dsp:style>
    </dsp:sp>
    <dsp:sp modelId="{EAA550E8-D286-40B4-9B20-40DE0FCA02CE}">
      <dsp:nvSpPr>
        <dsp:cNvPr id="0" name=""/>
        <dsp:cNvSpPr/>
      </dsp:nvSpPr>
      <dsp:spPr>
        <a:xfrm>
          <a:off x="1590094" y="1228836"/>
          <a:ext cx="0" cy="753157"/>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dash"/>
          <a:miter lim="800000"/>
        </a:ln>
        <a:effectLst/>
      </dsp:spPr>
      <dsp:style>
        <a:lnRef idx="2">
          <a:scrgbClr r="0" g="0" b="0"/>
        </a:lnRef>
        <a:fillRef idx="1">
          <a:scrgbClr r="0" g="0" b="0"/>
        </a:fillRef>
        <a:effectRef idx="0">
          <a:scrgbClr r="0" g="0" b="0"/>
        </a:effectRef>
        <a:fontRef idx="minor">
          <a:schemeClr val="lt1"/>
        </a:fontRef>
      </dsp:style>
    </dsp:sp>
    <dsp:sp modelId="{408DCC00-CC60-4F76-9C61-F00E7DBFC778}">
      <dsp:nvSpPr>
        <dsp:cNvPr id="0" name=""/>
        <dsp:cNvSpPr/>
      </dsp:nvSpPr>
      <dsp:spPr>
        <a:xfrm>
          <a:off x="0" y="541332"/>
          <a:ext cx="2974875" cy="687504"/>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7066" tIns="41231" rIns="157066" bIns="41231" numCol="1" spcCol="1270" rtlCol="0" anchor="ctr" anchorCtr="0">
          <a:noAutofit/>
        </a:bodyPr>
        <a:lstStyle/>
        <a:p>
          <a:pPr marL="0" lvl="0" indent="0" algn="l" defTabSz="533400" rtl="0">
            <a:lnSpc>
              <a:spcPct val="90000"/>
            </a:lnSpc>
            <a:spcBef>
              <a:spcPct val="0"/>
            </a:spcBef>
            <a:spcAft>
              <a:spcPts val="0"/>
            </a:spcAft>
            <a:buFont typeface="Arial" panose="020B0604020202020204" pitchFamily="34" charset="0"/>
            <a:buNone/>
          </a:pPr>
          <a:r>
            <a:rPr lang="en-GB" sz="1200" b="0" i="0" kern="1200" spc="0" noProof="0"/>
            <a:t>During the </a:t>
          </a:r>
          <a:r>
            <a:rPr lang="en-GB" sz="1200" b="1" i="0" kern="1200" spc="0" noProof="0"/>
            <a:t>acquisition phase</a:t>
          </a:r>
          <a:r>
            <a:rPr lang="en-GB" sz="1200" b="0" i="0" kern="1200" spc="0" noProof="0"/>
            <a:t>, different flow rate values are generated by controlling the air-pump remotely, sending commands to a PSU using </a:t>
          </a:r>
          <a:r>
            <a:rPr lang="en-GB" sz="1200" b="1" i="0" kern="1200" spc="0" noProof="0"/>
            <a:t>GPIB interface</a:t>
          </a:r>
          <a:r>
            <a:rPr lang="en-GB" sz="1200" b="0" i="0" kern="1200" spc="0" noProof="0"/>
            <a:t>.</a:t>
          </a:r>
          <a:endParaRPr lang="en-GB" sz="1200" kern="1200" spc="0" baseline="0" noProof="0" dirty="0"/>
        </a:p>
      </dsp:txBody>
      <dsp:txXfrm>
        <a:off x="0" y="541332"/>
        <a:ext cx="2974875" cy="687504"/>
      </dsp:txXfrm>
    </dsp:sp>
    <dsp:sp modelId="{5C96A5F5-16B2-4AEA-9591-B66C220F4A65}">
      <dsp:nvSpPr>
        <dsp:cNvPr id="0" name=""/>
        <dsp:cNvSpPr/>
      </dsp:nvSpPr>
      <dsp:spPr>
        <a:xfrm>
          <a:off x="133229" y="2128661"/>
          <a:ext cx="2891080" cy="4479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rtlCol="0" anchor="t" anchorCtr="1">
          <a:noAutofit/>
        </a:bodyPr>
        <a:lstStyle/>
        <a:p>
          <a:pPr marL="0" lvl="0" indent="0" algn="ctr" defTabSz="889000" rtl="0">
            <a:lnSpc>
              <a:spcPct val="100000"/>
            </a:lnSpc>
            <a:spcBef>
              <a:spcPct val="0"/>
            </a:spcBef>
            <a:spcAft>
              <a:spcPts val="0"/>
            </a:spcAft>
            <a:buNone/>
          </a:pPr>
          <a:r>
            <a:rPr lang="en-GB" sz="2000" kern="1200" cap="all" spc="100" noProof="0">
              <a:latin typeface="+mj-lt"/>
            </a:rPr>
            <a:t>INPUT ramp</a:t>
          </a:r>
          <a:endParaRPr lang="en-GB" sz="2000" kern="1200" cap="all" spc="100" noProof="0" dirty="0">
            <a:latin typeface="+mj-lt"/>
          </a:endParaRPr>
        </a:p>
      </dsp:txBody>
      <dsp:txXfrm>
        <a:off x="133229" y="2128661"/>
        <a:ext cx="2891080" cy="447930"/>
      </dsp:txXfrm>
    </dsp:sp>
    <dsp:sp modelId="{B3AC6DBE-85B6-4AF3-BADF-7E1E82B735CC}">
      <dsp:nvSpPr>
        <dsp:cNvPr id="0" name=""/>
        <dsp:cNvSpPr/>
      </dsp:nvSpPr>
      <dsp:spPr>
        <a:xfrm>
          <a:off x="1540544" y="1932444"/>
          <a:ext cx="92701" cy="99099"/>
        </a:xfrm>
        <a:prstGeom prst="ellipse">
          <a:avLst/>
        </a:prstGeom>
        <a:solidFill>
          <a:schemeClr val="lt1">
            <a:alpha val="90000"/>
            <a:hueOff val="0"/>
            <a:satOff val="0"/>
            <a:lumOff val="0"/>
            <a:alphaOff val="0"/>
          </a:schemeClr>
        </a:solidFill>
        <a:ln w="15875" cap="flat" cmpd="sng" algn="ctr">
          <a:noFill/>
          <a:prstDash val="solid"/>
        </a:ln>
        <a:effectLst/>
      </dsp:spPr>
      <dsp:style>
        <a:lnRef idx="2">
          <a:scrgbClr r="0" g="0" b="0"/>
        </a:lnRef>
        <a:fillRef idx="1">
          <a:scrgbClr r="0" g="0" b="0"/>
        </a:fillRef>
        <a:effectRef idx="0">
          <a:scrgbClr r="0" g="0" b="0"/>
        </a:effectRef>
        <a:fontRef idx="minor"/>
      </dsp:style>
    </dsp:sp>
    <dsp:sp modelId="{14186A17-7B9F-4674-AD57-FF0C87A3CB32}">
      <dsp:nvSpPr>
        <dsp:cNvPr id="0" name=""/>
        <dsp:cNvSpPr/>
      </dsp:nvSpPr>
      <dsp:spPr>
        <a:xfrm>
          <a:off x="3196120" y="1981994"/>
          <a:ext cx="0" cy="753157"/>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dash"/>
          <a:miter lim="800000"/>
        </a:ln>
        <a:effectLst/>
      </dsp:spPr>
      <dsp:style>
        <a:lnRef idx="2">
          <a:scrgbClr r="0" g="0" b="0"/>
        </a:lnRef>
        <a:fillRef idx="1">
          <a:scrgbClr r="0" g="0" b="0"/>
        </a:fillRef>
        <a:effectRef idx="0">
          <a:scrgbClr r="0" g="0" b="0"/>
        </a:effectRef>
        <a:fontRef idx="minor">
          <a:schemeClr val="lt1"/>
        </a:fontRef>
      </dsp:style>
    </dsp:sp>
    <dsp:sp modelId="{3A73CBFE-397D-467A-A65B-E19FAB2953BB}">
      <dsp:nvSpPr>
        <dsp:cNvPr id="0" name=""/>
        <dsp:cNvSpPr/>
      </dsp:nvSpPr>
      <dsp:spPr>
        <a:xfrm>
          <a:off x="1450038" y="2735151"/>
          <a:ext cx="3492165" cy="613179"/>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7066" tIns="36774" rIns="157066" bIns="36774" numCol="1" spcCol="1270" rtlCol="0" anchor="ctr" anchorCtr="0">
          <a:noAutofit/>
        </a:bodyPr>
        <a:lstStyle/>
        <a:p>
          <a:pPr marL="0" lvl="0" indent="0" algn="l" defTabSz="533400" rtl="0">
            <a:lnSpc>
              <a:spcPct val="90000"/>
            </a:lnSpc>
            <a:spcBef>
              <a:spcPct val="0"/>
            </a:spcBef>
            <a:spcAft>
              <a:spcPts val="0"/>
            </a:spcAft>
            <a:buFont typeface="Arial" panose="020B0604020202020204" pitchFamily="34" charset="0"/>
            <a:buNone/>
          </a:pPr>
          <a:r>
            <a:rPr lang="en-GB" sz="1200" b="0" i="0" kern="1200" spc="0" noProof="0"/>
            <a:t>The </a:t>
          </a:r>
          <a:r>
            <a:rPr lang="en-GB" sz="1200" b="1" i="0" kern="1200" spc="0" noProof="0"/>
            <a:t>DAQ board </a:t>
          </a:r>
          <a:r>
            <a:rPr lang="en-GB" sz="1200" b="0" i="0" kern="1200" spc="0" noProof="0"/>
            <a:t>samples the output signal from the DUT, while an </a:t>
          </a:r>
          <a:r>
            <a:rPr lang="en-GB" sz="1200" b="1" i="0" kern="1200" spc="0" noProof="0"/>
            <a:t>Arduino UNO R3 board </a:t>
          </a:r>
          <a:r>
            <a:rPr lang="en-GB" sz="1200" b="0" i="0" kern="1200" spc="0" noProof="0"/>
            <a:t>samples the reference instrument measurements.</a:t>
          </a:r>
          <a:endParaRPr lang="en-GB" sz="1200" kern="1200" spc="0" baseline="0" noProof="0" dirty="0"/>
        </a:p>
      </dsp:txBody>
      <dsp:txXfrm>
        <a:off x="1450038" y="2735151"/>
        <a:ext cx="3492165" cy="613179"/>
      </dsp:txXfrm>
    </dsp:sp>
    <dsp:sp modelId="{730471FC-8FAF-49B2-8F42-63D391F759BE}">
      <dsp:nvSpPr>
        <dsp:cNvPr id="0" name=""/>
        <dsp:cNvSpPr/>
      </dsp:nvSpPr>
      <dsp:spPr>
        <a:xfrm>
          <a:off x="1750615" y="1387395"/>
          <a:ext cx="2891080" cy="4479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rtlCol="0" anchor="b" anchorCtr="1">
          <a:noAutofit/>
        </a:bodyPr>
        <a:lstStyle/>
        <a:p>
          <a:pPr marL="0" lvl="0" indent="0" algn="ctr" defTabSz="711200" rtl="0">
            <a:lnSpc>
              <a:spcPct val="100000"/>
            </a:lnSpc>
            <a:spcBef>
              <a:spcPct val="0"/>
            </a:spcBef>
            <a:spcAft>
              <a:spcPts val="0"/>
            </a:spcAft>
            <a:buNone/>
          </a:pPr>
          <a:r>
            <a:rPr lang="it-IT" sz="1600" kern="1200" cap="all" spc="100" baseline="0" noProof="0">
              <a:latin typeface="+mj-lt"/>
            </a:rPr>
            <a:t>signal acquisition</a:t>
          </a:r>
          <a:endParaRPr lang="en-GB" sz="1600" kern="1200" cap="all" spc="100" baseline="0" noProof="0" dirty="0">
            <a:latin typeface="+mj-lt"/>
          </a:endParaRPr>
        </a:p>
      </dsp:txBody>
      <dsp:txXfrm>
        <a:off x="1750615" y="1387395"/>
        <a:ext cx="2891080" cy="447930"/>
      </dsp:txXfrm>
    </dsp:sp>
    <dsp:sp modelId="{F34C40A7-6131-4EF1-9887-E7EEA86D1562}">
      <dsp:nvSpPr>
        <dsp:cNvPr id="0" name=""/>
        <dsp:cNvSpPr/>
      </dsp:nvSpPr>
      <dsp:spPr>
        <a:xfrm>
          <a:off x="3141710" y="1932444"/>
          <a:ext cx="108821" cy="99099"/>
        </a:xfrm>
        <a:prstGeom prst="ellipse">
          <a:avLst/>
        </a:prstGeom>
        <a:solidFill>
          <a:schemeClr val="lt1">
            <a:alpha val="90000"/>
            <a:hueOff val="0"/>
            <a:satOff val="0"/>
            <a:lumOff val="0"/>
            <a:alphaOff val="0"/>
          </a:schemeClr>
        </a:solidFill>
        <a:ln w="15875" cap="flat" cmpd="sng" algn="ctr">
          <a:noFill/>
          <a:prstDash val="solid"/>
        </a:ln>
        <a:effectLst/>
      </dsp:spPr>
      <dsp:style>
        <a:lnRef idx="2">
          <a:scrgbClr r="0" g="0" b="0"/>
        </a:lnRef>
        <a:fillRef idx="1">
          <a:scrgbClr r="0" g="0" b="0"/>
        </a:fillRef>
        <a:effectRef idx="0">
          <a:scrgbClr r="0" g="0" b="0"/>
        </a:effectRef>
        <a:fontRef idx="minor"/>
      </dsp:style>
    </dsp:sp>
    <dsp:sp modelId="{F1C3FD7B-71E0-4012-B7CE-2C80433ED975}">
      <dsp:nvSpPr>
        <dsp:cNvPr id="0" name=""/>
        <dsp:cNvSpPr/>
      </dsp:nvSpPr>
      <dsp:spPr>
        <a:xfrm>
          <a:off x="5394241" y="1228836"/>
          <a:ext cx="0" cy="753157"/>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dash"/>
          <a:miter lim="800000"/>
        </a:ln>
        <a:effectLst/>
      </dsp:spPr>
      <dsp:style>
        <a:lnRef idx="2">
          <a:scrgbClr r="0" g="0" b="0"/>
        </a:lnRef>
        <a:fillRef idx="1">
          <a:scrgbClr r="0" g="0" b="0"/>
        </a:fillRef>
        <a:effectRef idx="0">
          <a:scrgbClr r="0" g="0" b="0"/>
        </a:effectRef>
        <a:fontRef idx="minor">
          <a:schemeClr val="lt1"/>
        </a:fontRef>
      </dsp:style>
    </dsp:sp>
    <dsp:sp modelId="{2467EBEC-ACAC-4EF4-B856-39067B4D928B}">
      <dsp:nvSpPr>
        <dsp:cNvPr id="0" name=""/>
        <dsp:cNvSpPr/>
      </dsp:nvSpPr>
      <dsp:spPr>
        <a:xfrm>
          <a:off x="3804146" y="541332"/>
          <a:ext cx="2940338" cy="687504"/>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7066" tIns="41231" rIns="157066" bIns="41231" numCol="1" spcCol="1270" rtlCol="0" anchor="ctr" anchorCtr="0">
          <a:noAutofit/>
        </a:bodyPr>
        <a:lstStyle/>
        <a:p>
          <a:pPr marL="0" lvl="0" indent="0" algn="l" defTabSz="533400" rtl="0">
            <a:lnSpc>
              <a:spcPct val="90000"/>
            </a:lnSpc>
            <a:spcBef>
              <a:spcPct val="0"/>
            </a:spcBef>
            <a:spcAft>
              <a:spcPts val="0"/>
            </a:spcAft>
            <a:buFont typeface="Arial" panose="020B0604020202020204" pitchFamily="34" charset="0"/>
            <a:buNone/>
          </a:pPr>
          <a:r>
            <a:rPr lang="en-GB" sz="1200" b="0" i="0" kern="1200" spc="0" noProof="0"/>
            <a:t>The </a:t>
          </a:r>
          <a:r>
            <a:rPr lang="en-GB" sz="1200" b="1" i="0" kern="1200" spc="0" noProof="0"/>
            <a:t>statistical distribution </a:t>
          </a:r>
          <a:r>
            <a:rPr lang="en-GB" sz="1200" b="0" i="0" kern="1200" spc="0" noProof="0"/>
            <a:t>of samples arising from both the ascending and descending phases datasets is analysed.</a:t>
          </a:r>
          <a:endParaRPr lang="en-GB" sz="1200" kern="1200" spc="0" baseline="0" noProof="0" dirty="0"/>
        </a:p>
        <a:p>
          <a:pPr marL="0" lvl="0" indent="0" algn="l" defTabSz="533400" rtl="0">
            <a:lnSpc>
              <a:spcPct val="90000"/>
            </a:lnSpc>
            <a:spcBef>
              <a:spcPct val="0"/>
            </a:spcBef>
            <a:spcAft>
              <a:spcPts val="0"/>
            </a:spcAft>
            <a:buFont typeface="Arial" panose="020B0604020202020204" pitchFamily="34" charset="0"/>
            <a:buNone/>
          </a:pPr>
          <a:endParaRPr lang="en-GB" sz="1200" kern="1200" spc="0" baseline="0" noProof="0" dirty="0"/>
        </a:p>
      </dsp:txBody>
      <dsp:txXfrm>
        <a:off x="3804146" y="541332"/>
        <a:ext cx="2940338" cy="687504"/>
      </dsp:txXfrm>
    </dsp:sp>
    <dsp:sp modelId="{7605329C-2B32-4CD7-9B69-1B3DAB88562E}">
      <dsp:nvSpPr>
        <dsp:cNvPr id="0" name=""/>
        <dsp:cNvSpPr/>
      </dsp:nvSpPr>
      <dsp:spPr>
        <a:xfrm>
          <a:off x="3980708" y="2100088"/>
          <a:ext cx="2891080" cy="4479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rtlCol="0" anchor="t" anchorCtr="1">
          <a:noAutofit/>
        </a:bodyPr>
        <a:lstStyle/>
        <a:p>
          <a:pPr marL="0" lvl="0" indent="0" algn="ctr" defTabSz="1066800" rtl="0">
            <a:lnSpc>
              <a:spcPct val="100000"/>
            </a:lnSpc>
            <a:spcBef>
              <a:spcPct val="0"/>
            </a:spcBef>
            <a:spcAft>
              <a:spcPts val="0"/>
            </a:spcAft>
            <a:buNone/>
          </a:pPr>
          <a:r>
            <a:rPr lang="it-IT" sz="2400" kern="1200" cap="all" spc="100" baseline="0" noProof="0">
              <a:latin typeface="+mj-lt"/>
            </a:rPr>
            <a:t>Data Analysis</a:t>
          </a:r>
          <a:endParaRPr lang="en-GB" sz="2400" kern="1200" cap="all" spc="100" baseline="0" noProof="0" dirty="0">
            <a:latin typeface="+mj-lt"/>
          </a:endParaRPr>
        </a:p>
      </dsp:txBody>
      <dsp:txXfrm>
        <a:off x="3980708" y="2100088"/>
        <a:ext cx="2891080" cy="447930"/>
      </dsp:txXfrm>
    </dsp:sp>
    <dsp:sp modelId="{79B0CEDC-0005-4ACE-AB25-DB9533DC85C2}">
      <dsp:nvSpPr>
        <dsp:cNvPr id="0" name=""/>
        <dsp:cNvSpPr/>
      </dsp:nvSpPr>
      <dsp:spPr>
        <a:xfrm>
          <a:off x="5344691" y="1932444"/>
          <a:ext cx="91625" cy="99099"/>
        </a:xfrm>
        <a:prstGeom prst="ellipse">
          <a:avLst/>
        </a:prstGeom>
        <a:solidFill>
          <a:schemeClr val="lt1">
            <a:alpha val="90000"/>
            <a:hueOff val="0"/>
            <a:satOff val="0"/>
            <a:lumOff val="0"/>
            <a:alphaOff val="0"/>
          </a:schemeClr>
        </a:solidFill>
        <a:ln w="15875" cap="flat" cmpd="sng" algn="ctr">
          <a:noFill/>
          <a:prstDash val="solid"/>
        </a:ln>
        <a:effectLst/>
      </dsp:spPr>
      <dsp:style>
        <a:lnRef idx="2">
          <a:scrgbClr r="0" g="0" b="0"/>
        </a:lnRef>
        <a:fillRef idx="1">
          <a:scrgbClr r="0" g="0" b="0"/>
        </a:fillRef>
        <a:effectRef idx="0">
          <a:scrgbClr r="0" g="0" b="0"/>
        </a:effectRef>
        <a:fontRef idx="minor"/>
      </dsp:style>
    </dsp:sp>
    <dsp:sp modelId="{EB9D58D6-E34B-4990-86E2-B1CAE3536A29}">
      <dsp:nvSpPr>
        <dsp:cNvPr id="0" name=""/>
        <dsp:cNvSpPr/>
      </dsp:nvSpPr>
      <dsp:spPr>
        <a:xfrm>
          <a:off x="7369621" y="1981994"/>
          <a:ext cx="0" cy="753157"/>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dash"/>
        </a:ln>
        <a:effectLst/>
      </dsp:spPr>
      <dsp:style>
        <a:lnRef idx="2">
          <a:scrgbClr r="0" g="0" b="0"/>
        </a:lnRef>
        <a:fillRef idx="1">
          <a:scrgbClr r="0" g="0" b="0"/>
        </a:fillRef>
        <a:effectRef idx="0">
          <a:scrgbClr r="0" g="0" b="0"/>
        </a:effectRef>
        <a:fontRef idx="minor">
          <a:schemeClr val="lt1"/>
        </a:fontRef>
      </dsp:style>
    </dsp:sp>
    <dsp:sp modelId="{160E0A3B-47C8-4C2F-8C45-EC9C3DFA1FFB}">
      <dsp:nvSpPr>
        <dsp:cNvPr id="0" name=""/>
        <dsp:cNvSpPr/>
      </dsp:nvSpPr>
      <dsp:spPr>
        <a:xfrm>
          <a:off x="5779526" y="2735151"/>
          <a:ext cx="2948988" cy="854734"/>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7066" tIns="51260" rIns="157066" bIns="51260" numCol="1" spcCol="1270" rtlCol="0" anchor="ctr" anchorCtr="0">
          <a:noAutofit/>
        </a:bodyPr>
        <a:lstStyle/>
        <a:p>
          <a:pPr marL="0" lvl="0" indent="0" algn="l" defTabSz="533400" rtl="0">
            <a:lnSpc>
              <a:spcPct val="90000"/>
            </a:lnSpc>
            <a:spcBef>
              <a:spcPct val="0"/>
            </a:spcBef>
            <a:spcAft>
              <a:spcPct val="35000"/>
            </a:spcAft>
            <a:buFont typeface="Arial" panose="020B0604020202020204" pitchFamily="34" charset="0"/>
            <a:buNone/>
          </a:pPr>
          <a:r>
            <a:rPr lang="en-GB" sz="1200" b="0" i="0" kern="1200" spc="0" noProof="0"/>
            <a:t>The curves obtained </a:t>
          </a:r>
          <a:r>
            <a:rPr lang="en-GB" sz="1200" b="1" i="0" kern="1200" spc="0" noProof="0"/>
            <a:t>during ascending and descending phase</a:t>
          </a:r>
          <a:r>
            <a:rPr lang="en-GB" sz="1200" b="0" i="0" kern="1200" spc="0" noProof="0"/>
            <a:t> are plotted against each other, and linear regression is used to compute a model that can be used depending on which phase is considered.</a:t>
          </a:r>
          <a:endParaRPr lang="en-GB" sz="1200" kern="1200" spc="0" baseline="0" noProof="0" dirty="0"/>
        </a:p>
      </dsp:txBody>
      <dsp:txXfrm>
        <a:off x="5779526" y="2735151"/>
        <a:ext cx="2948988" cy="854734"/>
      </dsp:txXfrm>
    </dsp:sp>
    <dsp:sp modelId="{5646D4EB-C7F1-4D0E-8051-C7D6C1D31ADE}">
      <dsp:nvSpPr>
        <dsp:cNvPr id="0" name=""/>
        <dsp:cNvSpPr/>
      </dsp:nvSpPr>
      <dsp:spPr>
        <a:xfrm>
          <a:off x="5922097" y="1387395"/>
          <a:ext cx="2891080" cy="4479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rtlCol="0" anchor="b" anchorCtr="1">
          <a:noAutofit/>
        </a:bodyPr>
        <a:lstStyle/>
        <a:p>
          <a:pPr marL="0" lvl="0" indent="0" algn="ctr" defTabSz="1066800" rtl="0">
            <a:lnSpc>
              <a:spcPct val="90000"/>
            </a:lnSpc>
            <a:spcBef>
              <a:spcPct val="0"/>
            </a:spcBef>
            <a:spcAft>
              <a:spcPts val="0"/>
            </a:spcAft>
            <a:buFont typeface="Arial" panose="020B0604020202020204" pitchFamily="34" charset="0"/>
            <a:buNone/>
          </a:pPr>
          <a:r>
            <a:rPr lang="it-IT" sz="2400" kern="1200" cap="all" spc="100" baseline="0" noProof="0">
              <a:latin typeface="+mj-lt"/>
            </a:rPr>
            <a:t>Comparison</a:t>
          </a:r>
          <a:endParaRPr lang="en-GB" sz="2400" kern="1200" cap="all" spc="100" baseline="0" noProof="0" dirty="0">
            <a:latin typeface="+mj-lt"/>
          </a:endParaRPr>
        </a:p>
      </dsp:txBody>
      <dsp:txXfrm>
        <a:off x="5922097" y="1387395"/>
        <a:ext cx="2891080" cy="447930"/>
      </dsp:txXfrm>
    </dsp:sp>
    <dsp:sp modelId="{A72D3A03-5E34-4B13-9747-5EFFE003B8C1}">
      <dsp:nvSpPr>
        <dsp:cNvPr id="0" name=""/>
        <dsp:cNvSpPr/>
      </dsp:nvSpPr>
      <dsp:spPr>
        <a:xfrm>
          <a:off x="7320071" y="1932444"/>
          <a:ext cx="91895" cy="99099"/>
        </a:xfrm>
        <a:prstGeom prst="ellipse">
          <a:avLst/>
        </a:prstGeom>
        <a:solidFill>
          <a:schemeClr val="lt1">
            <a:alpha val="90000"/>
            <a:hueOff val="0"/>
            <a:satOff val="0"/>
            <a:lumOff val="0"/>
            <a:alphaOff val="0"/>
          </a:schemeClr>
        </a:solidFill>
        <a:ln w="15875" cap="flat" cmpd="sng" algn="ctr">
          <a:noFill/>
          <a:prstDash val="solid"/>
        </a:ln>
        <a:effectLst/>
      </dsp:spPr>
      <dsp:style>
        <a:lnRef idx="2">
          <a:scrgbClr r="0" g="0" b="0"/>
        </a:lnRef>
        <a:fillRef idx="1">
          <a:scrgbClr r="0" g="0" b="0"/>
        </a:fillRef>
        <a:effectRef idx="0">
          <a:scrgbClr r="0" g="0" b="0"/>
        </a:effectRef>
        <a:fontRef idx="minor"/>
      </dsp:style>
    </dsp:sp>
    <dsp:sp modelId="{9DE62C25-DC37-4130-AE3D-9F589C2E8903}">
      <dsp:nvSpPr>
        <dsp:cNvPr id="0" name=""/>
        <dsp:cNvSpPr/>
      </dsp:nvSpPr>
      <dsp:spPr>
        <a:xfrm>
          <a:off x="9273446" y="1228821"/>
          <a:ext cx="0" cy="753187"/>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dash"/>
        </a:ln>
        <a:effectLst/>
      </dsp:spPr>
      <dsp:style>
        <a:lnRef idx="2">
          <a:scrgbClr r="0" g="0" b="0"/>
        </a:lnRef>
        <a:fillRef idx="1">
          <a:scrgbClr r="0" g="0" b="0"/>
        </a:fillRef>
        <a:effectRef idx="0">
          <a:scrgbClr r="0" g="0" b="0"/>
        </a:effectRef>
        <a:fontRef idx="minor">
          <a:schemeClr val="lt1"/>
        </a:fontRef>
      </dsp:style>
    </dsp:sp>
    <dsp:sp modelId="{277020A5-7024-4F77-9051-8B38AF80BE13}">
      <dsp:nvSpPr>
        <dsp:cNvPr id="0" name=""/>
        <dsp:cNvSpPr/>
      </dsp:nvSpPr>
      <dsp:spPr>
        <a:xfrm>
          <a:off x="7683352" y="206850"/>
          <a:ext cx="2975479" cy="1022006"/>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7066" tIns="61290" rIns="157066" bIns="61290" numCol="1" spcCol="1270" rtlCol="0" anchor="ctr" anchorCtr="0">
          <a:noAutofit/>
        </a:bodyPr>
        <a:lstStyle/>
        <a:p>
          <a:pPr marL="0" lvl="0" indent="0" algn="l" defTabSz="533400" rtl="0">
            <a:lnSpc>
              <a:spcPct val="90000"/>
            </a:lnSpc>
            <a:spcBef>
              <a:spcPct val="0"/>
            </a:spcBef>
            <a:spcAft>
              <a:spcPct val="35000"/>
            </a:spcAft>
            <a:buFont typeface="Arial" panose="020B0604020202020204" pitchFamily="34" charset="0"/>
            <a:buNone/>
          </a:pPr>
          <a:r>
            <a:rPr lang="en-GB" sz="1200" b="1" i="0" kern="1200" spc="0" noProof="0"/>
            <a:t>Calibration</a:t>
          </a:r>
          <a:r>
            <a:rPr lang="en-GB" sz="1200" b="0" i="0" kern="1200" spc="0" noProof="0"/>
            <a:t> fundamentally involves comparing the output of the instrument under test (</a:t>
          </a:r>
          <a:r>
            <a:rPr lang="en-GB" sz="1200" b="1" i="0" kern="1200" spc="0" noProof="0"/>
            <a:t>mass flow rate analog sensor</a:t>
          </a:r>
          <a:r>
            <a:rPr lang="en-GB" sz="1200" b="0" i="0" kern="1200" spc="0" noProof="0"/>
            <a:t>) against the output of an instrument of known, higher accuracy (</a:t>
          </a:r>
          <a:r>
            <a:rPr lang="en-GB" sz="1200" b="1" i="0" kern="1200" spc="0" noProof="0"/>
            <a:t>mass flow rate digital reference sensor</a:t>
          </a:r>
          <a:r>
            <a:rPr lang="en-GB" sz="1200" b="0" i="0" kern="1200" spc="0" noProof="0"/>
            <a:t>).</a:t>
          </a:r>
          <a:endParaRPr lang="en-GB" sz="1200" kern="1200" spc="0" baseline="0" noProof="0" dirty="0"/>
        </a:p>
      </dsp:txBody>
      <dsp:txXfrm>
        <a:off x="7683352" y="206850"/>
        <a:ext cx="2975479" cy="1022006"/>
      </dsp:txXfrm>
    </dsp:sp>
    <dsp:sp modelId="{03CEA676-E009-456C-B86F-9C9A7D3DA364}">
      <dsp:nvSpPr>
        <dsp:cNvPr id="0" name=""/>
        <dsp:cNvSpPr/>
      </dsp:nvSpPr>
      <dsp:spPr>
        <a:xfrm>
          <a:off x="7809279" y="2128661"/>
          <a:ext cx="2891080" cy="4479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rtlCol="0" anchor="t" anchorCtr="1">
          <a:noAutofit/>
        </a:bodyPr>
        <a:lstStyle/>
        <a:p>
          <a:pPr marL="0" lvl="0" indent="0" algn="ctr" defTabSz="889000" rtl="0">
            <a:lnSpc>
              <a:spcPct val="90000"/>
            </a:lnSpc>
            <a:spcBef>
              <a:spcPct val="0"/>
            </a:spcBef>
            <a:spcAft>
              <a:spcPts val="0"/>
            </a:spcAft>
            <a:buFont typeface="Arial" panose="020B0604020202020204" pitchFamily="34" charset="0"/>
            <a:buNone/>
          </a:pPr>
          <a:r>
            <a:rPr lang="en-GB" sz="2000" kern="1200" cap="all" spc="100" noProof="0">
              <a:latin typeface="+mj-lt"/>
            </a:rPr>
            <a:t>Calibration Curve</a:t>
          </a:r>
          <a:endParaRPr lang="en-GB" sz="2000" kern="1200" cap="all" spc="100" noProof="0" dirty="0">
            <a:latin typeface="+mj-lt"/>
          </a:endParaRPr>
        </a:p>
      </dsp:txBody>
      <dsp:txXfrm>
        <a:off x="7809279" y="2128661"/>
        <a:ext cx="2891080" cy="447930"/>
      </dsp:txXfrm>
    </dsp:sp>
    <dsp:sp modelId="{864F9172-41AB-4727-BD60-71E6F62154FB}">
      <dsp:nvSpPr>
        <dsp:cNvPr id="0" name=""/>
        <dsp:cNvSpPr/>
      </dsp:nvSpPr>
      <dsp:spPr>
        <a:xfrm>
          <a:off x="9223897" y="1932442"/>
          <a:ext cx="92720" cy="99103"/>
        </a:xfrm>
        <a:prstGeom prst="ellipse">
          <a:avLst/>
        </a:prstGeom>
        <a:solidFill>
          <a:schemeClr val="lt1">
            <a:alpha val="90000"/>
            <a:hueOff val="0"/>
            <a:satOff val="0"/>
            <a:lumOff val="0"/>
            <a:alphaOff val="0"/>
          </a:schemeClr>
        </a:solidFill>
        <a:ln w="15875" cap="flat" cmpd="sng" algn="ctr">
          <a:noFill/>
          <a:prstDash val="solid"/>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3073D5B-7ADA-4F8B-AD34-0BE114905A44}">
      <dsp:nvSpPr>
        <dsp:cNvPr id="0" name=""/>
        <dsp:cNvSpPr/>
      </dsp:nvSpPr>
      <dsp:spPr>
        <a:xfrm>
          <a:off x="9391" y="584554"/>
          <a:ext cx="1883325" cy="1892617"/>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DFAF16A-4FD0-49F4-8593-32E9A31A4FF7}">
      <dsp:nvSpPr>
        <dsp:cNvPr id="0" name=""/>
        <dsp:cNvSpPr/>
      </dsp:nvSpPr>
      <dsp:spPr>
        <a:xfrm>
          <a:off x="186674" y="2608741"/>
          <a:ext cx="1527267" cy="1981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rtlCol="0" anchor="t" anchorCtr="0">
          <a:noAutofit/>
        </a:bodyPr>
        <a:lstStyle/>
        <a:p>
          <a:pPr marL="0" lvl="0" indent="0" algn="ctr" defTabSz="800100" rtl="0">
            <a:lnSpc>
              <a:spcPct val="100000"/>
            </a:lnSpc>
            <a:spcBef>
              <a:spcPct val="0"/>
            </a:spcBef>
            <a:spcAft>
              <a:spcPct val="35000"/>
            </a:spcAft>
            <a:buNone/>
            <a:defRPr b="1" spc="20">
              <a:latin typeface="+mj-lt"/>
            </a:defRPr>
          </a:pPr>
          <a:r>
            <a:rPr lang="en-GB" sz="1800" b="0" kern="1200" cap="all" noProof="0">
              <a:solidFill>
                <a:schemeClr val="accent5">
                  <a:lumMod val="60000"/>
                  <a:lumOff val="40000"/>
                </a:schemeClr>
              </a:solidFill>
            </a:rPr>
            <a:t>Main</a:t>
          </a:r>
          <a:endParaRPr lang="en-GB" sz="1600" b="0" kern="1200" noProof="0" dirty="0">
            <a:solidFill>
              <a:schemeClr val="tx1"/>
            </a:solidFill>
            <a:latin typeface="+mn-lt"/>
          </a:endParaRPr>
        </a:p>
      </dsp:txBody>
      <dsp:txXfrm>
        <a:off x="186674" y="2608741"/>
        <a:ext cx="1527267" cy="198108"/>
      </dsp:txXfrm>
    </dsp:sp>
    <dsp:sp modelId="{7D166BBB-55AF-452C-B9A0-94A1EE55FF4F}">
      <dsp:nvSpPr>
        <dsp:cNvPr id="0" name=""/>
        <dsp:cNvSpPr/>
      </dsp:nvSpPr>
      <dsp:spPr>
        <a:xfrm>
          <a:off x="186674" y="2826308"/>
          <a:ext cx="1527267" cy="507492"/>
        </a:xfrm>
        <a:prstGeom prst="rect">
          <a:avLst/>
        </a:prstGeom>
        <a:noFill/>
        <a:ln>
          <a:noFill/>
        </a:ln>
        <a:effectLst/>
      </dsp:spPr>
      <dsp:style>
        <a:lnRef idx="0">
          <a:scrgbClr r="0" g="0" b="0"/>
        </a:lnRef>
        <a:fillRef idx="0">
          <a:scrgbClr r="0" g="0" b="0"/>
        </a:fillRef>
        <a:effectRef idx="0">
          <a:scrgbClr r="0" g="0" b="0"/>
        </a:effectRef>
        <a:fontRef idx="minor"/>
      </dsp:style>
    </dsp:sp>
    <dsp:sp modelId="{25238F18-07B8-41D8-8BD9-9F8514E8F9C4}">
      <dsp:nvSpPr>
        <dsp:cNvPr id="0" name=""/>
        <dsp:cNvSpPr/>
      </dsp:nvSpPr>
      <dsp:spPr>
        <a:xfrm>
          <a:off x="2219627" y="584554"/>
          <a:ext cx="1883325" cy="1892617"/>
        </a:xfrm>
        <a:prstGeom prst="rect">
          <a:avLst/>
        </a:prstGeom>
        <a:blipFill>
          <a:blip xmlns:r="http://schemas.openxmlformats.org/officeDocument/2006/relationships" r:embed="rId2">
            <a:extLst>
              <a:ext uri="{28A0092B-C50C-407E-A947-70E740481C1C}">
                <a14:useLocalDpi xmlns:a14="http://schemas.microsoft.com/office/drawing/2010/main" val="0"/>
              </a:ext>
            </a:extLst>
          </a:blip>
          <a:srcRect/>
          <a:stretch>
            <a:fillRect l="-2000" r="-2000"/>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66F95BB-E9D9-40E2-AB9F-99D5F69BA82A}">
      <dsp:nvSpPr>
        <dsp:cNvPr id="0" name=""/>
        <dsp:cNvSpPr/>
      </dsp:nvSpPr>
      <dsp:spPr>
        <a:xfrm>
          <a:off x="2207871" y="2656368"/>
          <a:ext cx="2002079" cy="1981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rtlCol="0" anchor="t" anchorCtr="0">
          <a:noAutofit/>
        </a:bodyPr>
        <a:lstStyle/>
        <a:p>
          <a:pPr marL="0" lvl="0" indent="0" algn="ctr" defTabSz="622300" rtl="0">
            <a:lnSpc>
              <a:spcPct val="100000"/>
            </a:lnSpc>
            <a:spcBef>
              <a:spcPct val="0"/>
            </a:spcBef>
            <a:spcAft>
              <a:spcPct val="35000"/>
            </a:spcAft>
            <a:buNone/>
            <a:defRPr b="1" spc="20">
              <a:latin typeface="+mj-lt"/>
            </a:defRPr>
          </a:pPr>
          <a:r>
            <a:rPr lang="en-GB" sz="1400" b="0" kern="1200" cap="all" noProof="0" dirty="0" err="1">
              <a:solidFill>
                <a:schemeClr val="accent5">
                  <a:lumMod val="60000"/>
                  <a:lumOff val="40000"/>
                </a:schemeClr>
              </a:solidFill>
            </a:rPr>
            <a:t>Arduino_Serial_fsm</a:t>
          </a:r>
          <a:endParaRPr lang="en-GB" sz="1400" b="0" kern="1200" cap="all" noProof="0" dirty="0">
            <a:solidFill>
              <a:schemeClr val="accent5">
                <a:lumMod val="60000"/>
                <a:lumOff val="40000"/>
              </a:schemeClr>
            </a:solidFill>
          </a:endParaRPr>
        </a:p>
        <a:p>
          <a:pPr marL="0" lvl="0" indent="0" algn="ctr" defTabSz="622300" rtl="0">
            <a:lnSpc>
              <a:spcPct val="100000"/>
            </a:lnSpc>
            <a:spcBef>
              <a:spcPct val="0"/>
            </a:spcBef>
            <a:spcAft>
              <a:spcPct val="35000"/>
            </a:spcAft>
            <a:buNone/>
            <a:defRPr b="1" spc="20">
              <a:latin typeface="+mj-lt"/>
            </a:defRPr>
          </a:pPr>
          <a:endParaRPr lang="en-GB" sz="1400" b="0" kern="1200" cap="all" noProof="0" dirty="0">
            <a:solidFill>
              <a:schemeClr val="accent5">
                <a:lumMod val="60000"/>
                <a:lumOff val="40000"/>
              </a:schemeClr>
            </a:solidFill>
          </a:endParaRPr>
        </a:p>
        <a:p>
          <a:pPr marL="0" lvl="0" indent="0" algn="ctr" defTabSz="622300" rtl="0">
            <a:lnSpc>
              <a:spcPct val="100000"/>
            </a:lnSpc>
            <a:spcBef>
              <a:spcPct val="0"/>
            </a:spcBef>
            <a:spcAft>
              <a:spcPct val="35000"/>
            </a:spcAft>
            <a:buNone/>
            <a:defRPr b="1" spc="20">
              <a:latin typeface="+mj-lt"/>
            </a:defRPr>
          </a:pPr>
          <a:br>
            <a:rPr lang="en-GB" sz="1200" kern="1200" noProof="0" dirty="0">
              <a:solidFill>
                <a:schemeClr val="tx1"/>
              </a:solidFill>
            </a:rPr>
          </a:br>
          <a:endParaRPr lang="en-GB" sz="1200" b="0" kern="1200" noProof="0" dirty="0">
            <a:solidFill>
              <a:schemeClr val="tx1"/>
            </a:solidFill>
            <a:latin typeface="+mn-lt"/>
          </a:endParaRPr>
        </a:p>
      </dsp:txBody>
      <dsp:txXfrm>
        <a:off x="2207871" y="2656368"/>
        <a:ext cx="2002079" cy="198108"/>
      </dsp:txXfrm>
    </dsp:sp>
    <dsp:sp modelId="{1223E777-77CB-4A9A-BF21-12B513842696}">
      <dsp:nvSpPr>
        <dsp:cNvPr id="0" name=""/>
        <dsp:cNvSpPr/>
      </dsp:nvSpPr>
      <dsp:spPr>
        <a:xfrm>
          <a:off x="2396910" y="2826308"/>
          <a:ext cx="1528760" cy="507492"/>
        </a:xfrm>
        <a:prstGeom prst="rect">
          <a:avLst/>
        </a:prstGeom>
        <a:noFill/>
        <a:ln>
          <a:noFill/>
        </a:ln>
        <a:effectLst/>
      </dsp:spPr>
      <dsp:style>
        <a:lnRef idx="0">
          <a:scrgbClr r="0" g="0" b="0"/>
        </a:lnRef>
        <a:fillRef idx="0">
          <a:scrgbClr r="0" g="0" b="0"/>
        </a:fillRef>
        <a:effectRef idx="0">
          <a:scrgbClr r="0" g="0" b="0"/>
        </a:effectRef>
        <a:fontRef idx="minor"/>
      </dsp:style>
    </dsp:sp>
    <dsp:sp modelId="{418E44D8-60E4-4008-9F09-1A652C62E8A6}">
      <dsp:nvSpPr>
        <dsp:cNvPr id="0" name=""/>
        <dsp:cNvSpPr/>
      </dsp:nvSpPr>
      <dsp:spPr>
        <a:xfrm>
          <a:off x="4429863" y="584554"/>
          <a:ext cx="1883325" cy="1892617"/>
        </a:xfrm>
        <a:prstGeom prst="rect">
          <a:avLst/>
        </a:prstGeom>
        <a:blipFill>
          <a:blip xmlns:r="http://schemas.openxmlformats.org/officeDocument/2006/relationships" r:embed="rId3">
            <a:extLst>
              <a:ext uri="{28A0092B-C50C-407E-A947-70E740481C1C}">
                <a14:useLocalDpi xmlns:a14="http://schemas.microsoft.com/office/drawing/2010/main" val="0"/>
              </a:ext>
            </a:extLst>
          </a:blip>
          <a:srcRect/>
          <a:stretch>
            <a:fillRect l="-1000" r="-1000"/>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B5C14B8-8D61-4009-9F8C-194486F530FA}">
      <dsp:nvSpPr>
        <dsp:cNvPr id="0" name=""/>
        <dsp:cNvSpPr/>
      </dsp:nvSpPr>
      <dsp:spPr>
        <a:xfrm>
          <a:off x="4607146" y="2608741"/>
          <a:ext cx="1528760" cy="1981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rtlCol="0" anchor="t" anchorCtr="0">
          <a:noAutofit/>
        </a:bodyPr>
        <a:lstStyle/>
        <a:p>
          <a:pPr marL="0" lvl="0" indent="0" algn="ctr" defTabSz="800100" rtl="0">
            <a:lnSpc>
              <a:spcPct val="100000"/>
            </a:lnSpc>
            <a:spcBef>
              <a:spcPct val="0"/>
            </a:spcBef>
            <a:spcAft>
              <a:spcPct val="35000"/>
            </a:spcAft>
            <a:buNone/>
            <a:defRPr b="1" spc="20">
              <a:latin typeface="+mj-lt"/>
            </a:defRPr>
          </a:pPr>
          <a:r>
            <a:rPr lang="en-GB" sz="1800" b="0" kern="1200" cap="all" noProof="0">
              <a:solidFill>
                <a:schemeClr val="accent5">
                  <a:lumMod val="60000"/>
                  <a:lumOff val="40000"/>
                </a:schemeClr>
              </a:solidFill>
            </a:rPr>
            <a:t>Daq_fsm</a:t>
          </a:r>
        </a:p>
        <a:p>
          <a:pPr marL="0" lvl="0" indent="0" algn="ctr" defTabSz="800100" rtl="0">
            <a:lnSpc>
              <a:spcPct val="100000"/>
            </a:lnSpc>
            <a:spcBef>
              <a:spcPct val="0"/>
            </a:spcBef>
            <a:spcAft>
              <a:spcPct val="35000"/>
            </a:spcAft>
            <a:buNone/>
            <a:defRPr b="1" spc="20">
              <a:latin typeface="+mj-lt"/>
            </a:defRPr>
          </a:pPr>
          <a:br>
            <a:rPr lang="en-GB" sz="1600" kern="1200" noProof="0">
              <a:solidFill>
                <a:schemeClr val="tx1"/>
              </a:solidFill>
            </a:rPr>
          </a:br>
          <a:endParaRPr lang="en-GB" sz="1600" b="0" kern="1200" noProof="0" dirty="0">
            <a:solidFill>
              <a:schemeClr val="tx1"/>
            </a:solidFill>
            <a:latin typeface="+mn-lt"/>
          </a:endParaRPr>
        </a:p>
      </dsp:txBody>
      <dsp:txXfrm>
        <a:off x="4607146" y="2608741"/>
        <a:ext cx="1528760" cy="198108"/>
      </dsp:txXfrm>
    </dsp:sp>
    <dsp:sp modelId="{EE420F84-477D-4635-BEF8-66426E9A259D}">
      <dsp:nvSpPr>
        <dsp:cNvPr id="0" name=""/>
        <dsp:cNvSpPr/>
      </dsp:nvSpPr>
      <dsp:spPr>
        <a:xfrm>
          <a:off x="4822716" y="2089099"/>
          <a:ext cx="1528760" cy="507492"/>
        </a:xfrm>
        <a:prstGeom prst="rect">
          <a:avLst/>
        </a:prstGeom>
        <a:noFill/>
        <a:ln>
          <a:noFill/>
        </a:ln>
        <a:effectLst/>
      </dsp:spPr>
      <dsp:style>
        <a:lnRef idx="0">
          <a:scrgbClr r="0" g="0" b="0"/>
        </a:lnRef>
        <a:fillRef idx="0">
          <a:scrgbClr r="0" g="0" b="0"/>
        </a:fillRef>
        <a:effectRef idx="0">
          <a:scrgbClr r="0" g="0" b="0"/>
        </a:effectRef>
        <a:fontRef idx="minor"/>
      </dsp:style>
    </dsp:sp>
    <dsp:sp modelId="{04A8E640-7EB5-4EF2-8C83-19A3E5328324}">
      <dsp:nvSpPr>
        <dsp:cNvPr id="0" name=""/>
        <dsp:cNvSpPr/>
      </dsp:nvSpPr>
      <dsp:spPr>
        <a:xfrm>
          <a:off x="6580722" y="584554"/>
          <a:ext cx="1883325" cy="1892617"/>
        </a:xfrm>
        <a:prstGeom prst="rect">
          <a:avLst/>
        </a:prstGeom>
        <a:blipFill>
          <a:blip xmlns:r="http://schemas.openxmlformats.org/officeDocument/2006/relationships" r:embed="rId4">
            <a:extLst>
              <a:ext uri="{28A0092B-C50C-407E-A947-70E740481C1C}">
                <a14:useLocalDpi xmlns:a14="http://schemas.microsoft.com/office/drawing/2010/main" val="0"/>
              </a:ext>
            </a:extLst>
          </a:blip>
          <a:srcRect/>
          <a:stretch>
            <a:fillRect l="-2000" r="-2000"/>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9C5F495-3DD9-41C8-99AE-150A333447D0}">
      <dsp:nvSpPr>
        <dsp:cNvPr id="0" name=""/>
        <dsp:cNvSpPr/>
      </dsp:nvSpPr>
      <dsp:spPr>
        <a:xfrm>
          <a:off x="6588236" y="2608741"/>
          <a:ext cx="1868298" cy="1981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rtlCol="0" anchor="t" anchorCtr="0">
          <a:noAutofit/>
        </a:bodyPr>
        <a:lstStyle/>
        <a:p>
          <a:pPr marL="0" lvl="0" indent="0" algn="ctr" defTabSz="711200" rtl="0">
            <a:lnSpc>
              <a:spcPct val="100000"/>
            </a:lnSpc>
            <a:spcBef>
              <a:spcPct val="0"/>
            </a:spcBef>
            <a:spcAft>
              <a:spcPct val="35000"/>
            </a:spcAft>
            <a:buNone/>
            <a:defRPr b="1" spc="20">
              <a:latin typeface="+mj-lt"/>
            </a:defRPr>
          </a:pPr>
          <a:r>
            <a:rPr lang="en-GB" sz="1600" b="0" kern="1200" cap="all" noProof="0">
              <a:solidFill>
                <a:schemeClr val="accent5">
                  <a:lumMod val="60000"/>
                  <a:lumOff val="40000"/>
                </a:schemeClr>
              </a:solidFill>
            </a:rPr>
            <a:t>Agilent_GPIB_FSM</a:t>
          </a:r>
        </a:p>
        <a:p>
          <a:pPr marL="0" lvl="0" indent="0" algn="ctr" defTabSz="711200" rtl="0">
            <a:lnSpc>
              <a:spcPct val="100000"/>
            </a:lnSpc>
            <a:spcBef>
              <a:spcPct val="0"/>
            </a:spcBef>
            <a:spcAft>
              <a:spcPct val="35000"/>
            </a:spcAft>
            <a:buNone/>
            <a:defRPr b="1" spc="20">
              <a:latin typeface="+mj-lt"/>
            </a:defRPr>
          </a:pPr>
          <a:br>
            <a:rPr lang="en-GB" sz="1400" kern="1200" noProof="0">
              <a:solidFill>
                <a:schemeClr val="tx1"/>
              </a:solidFill>
            </a:rPr>
          </a:br>
          <a:endParaRPr lang="en-GB" sz="1400" b="0" kern="1200" noProof="0" dirty="0">
            <a:solidFill>
              <a:schemeClr val="tx1"/>
            </a:solidFill>
            <a:latin typeface="+mn-lt"/>
          </a:endParaRPr>
        </a:p>
      </dsp:txBody>
      <dsp:txXfrm>
        <a:off x="6588236" y="2608741"/>
        <a:ext cx="1868298" cy="198108"/>
      </dsp:txXfrm>
    </dsp:sp>
    <dsp:sp modelId="{5A7600AF-A34B-4D03-B3D6-B3C760AE8E06}">
      <dsp:nvSpPr>
        <dsp:cNvPr id="0" name=""/>
        <dsp:cNvSpPr/>
      </dsp:nvSpPr>
      <dsp:spPr>
        <a:xfrm>
          <a:off x="6785813" y="2789707"/>
          <a:ext cx="1528760" cy="507492"/>
        </a:xfrm>
        <a:prstGeom prst="rect">
          <a:avLst/>
        </a:prstGeom>
        <a:noFill/>
        <a:ln>
          <a:noFill/>
        </a:ln>
        <a:effectLst/>
      </dsp:spPr>
      <dsp:style>
        <a:lnRef idx="0">
          <a:scrgbClr r="0" g="0" b="0"/>
        </a:lnRef>
        <a:fillRef idx="0">
          <a:scrgbClr r="0" g="0" b="0"/>
        </a:fillRef>
        <a:effectRef idx="0">
          <a:scrgbClr r="0" g="0" b="0"/>
        </a:effectRef>
        <a:fontRef idx="minor"/>
      </dsp:style>
    </dsp:sp>
    <dsp:sp modelId="{B00F06A2-7A1D-4CEA-B3B8-BA07CBAC907C}">
      <dsp:nvSpPr>
        <dsp:cNvPr id="0" name=""/>
        <dsp:cNvSpPr/>
      </dsp:nvSpPr>
      <dsp:spPr>
        <a:xfrm>
          <a:off x="8731581" y="581439"/>
          <a:ext cx="1822251" cy="1887932"/>
        </a:xfrm>
        <a:prstGeom prst="rect">
          <a:avLst/>
        </a:prstGeom>
        <a:blipFill>
          <a:blip xmlns:r="http://schemas.openxmlformats.org/officeDocument/2006/relationships" r:embed="rId5">
            <a:extLst>
              <a:ext uri="{28A0092B-C50C-407E-A947-70E740481C1C}">
                <a14:useLocalDpi xmlns:a14="http://schemas.microsoft.com/office/drawing/2010/main" val="0"/>
              </a:ext>
            </a:extLst>
          </a:blip>
          <a:srcRect/>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26EFBEB-31F0-4F16-92DA-A9490F57E899}">
      <dsp:nvSpPr>
        <dsp:cNvPr id="0" name=""/>
        <dsp:cNvSpPr/>
      </dsp:nvSpPr>
      <dsp:spPr>
        <a:xfrm>
          <a:off x="8878326" y="2597526"/>
          <a:ext cx="1528760" cy="923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rtlCol="0" anchor="t" anchorCtr="0">
          <a:noAutofit/>
        </a:bodyPr>
        <a:lstStyle/>
        <a:p>
          <a:pPr marL="0" lvl="0" indent="0" algn="ctr" defTabSz="533400" rtl="0">
            <a:lnSpc>
              <a:spcPct val="100000"/>
            </a:lnSpc>
            <a:spcBef>
              <a:spcPct val="0"/>
            </a:spcBef>
            <a:spcAft>
              <a:spcPct val="35000"/>
            </a:spcAft>
            <a:buNone/>
            <a:defRPr b="1" spc="20">
              <a:latin typeface="+mj-lt"/>
            </a:defRPr>
          </a:pPr>
          <a:r>
            <a:rPr lang="en-GB" sz="1200" b="0" kern="1200" cap="all" noProof="0">
              <a:solidFill>
                <a:schemeClr val="accent5">
                  <a:lumMod val="60000"/>
                  <a:lumOff val="40000"/>
                </a:schemeClr>
              </a:solidFill>
            </a:rPr>
            <a:t>Arduino_FlowPump_Control</a:t>
          </a:r>
        </a:p>
        <a:p>
          <a:pPr marL="0" lvl="0" indent="0" algn="ctr" defTabSz="533400" rtl="0">
            <a:lnSpc>
              <a:spcPct val="100000"/>
            </a:lnSpc>
            <a:spcBef>
              <a:spcPct val="0"/>
            </a:spcBef>
            <a:spcAft>
              <a:spcPct val="35000"/>
            </a:spcAft>
            <a:buNone/>
            <a:defRPr b="1" spc="20">
              <a:latin typeface="+mj-lt"/>
            </a:defRPr>
          </a:pPr>
          <a:br>
            <a:rPr lang="en-GB" sz="1050" kern="1200" noProof="0">
              <a:solidFill>
                <a:schemeClr val="tx1"/>
              </a:solidFill>
            </a:rPr>
          </a:br>
          <a:endParaRPr lang="en-GB" sz="1050" kern="1200" noProof="0" dirty="0"/>
        </a:p>
      </dsp:txBody>
      <dsp:txXfrm>
        <a:off x="8878326" y="2597526"/>
        <a:ext cx="1528760" cy="92380"/>
      </dsp:txXfrm>
    </dsp:sp>
    <dsp:sp modelId="{7E9D018B-0787-4527-A244-BB0137FDBA87}">
      <dsp:nvSpPr>
        <dsp:cNvPr id="0" name=""/>
        <dsp:cNvSpPr/>
      </dsp:nvSpPr>
      <dsp:spPr>
        <a:xfrm>
          <a:off x="8878326" y="2768789"/>
          <a:ext cx="1528760" cy="507492"/>
        </a:xfrm>
        <a:prstGeom prst="rect">
          <a:avLst/>
        </a:prstGeom>
        <a:noFill/>
        <a:ln>
          <a:noFill/>
        </a:ln>
        <a:effectLst/>
      </dsp:spPr>
      <dsp:style>
        <a:lnRef idx="0">
          <a:scrgbClr r="0" g="0" b="0"/>
        </a:lnRef>
        <a:fillRef idx="0">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17/3/layout/HorizontalPathTimeline#2">
  <dgm:title val="Horizontal Path Timeline"/>
  <dgm:desc val="Use to show a list of events in chronological order. The rectangular shape contains the description while the date is shown near the circular dot. It’s the perfect SmartArt for displaying large amount of text with a short date format."/>
  <dgm:catLst>
    <dgm:cat type="timeline" pri="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dir/>
      <dgm:animLvl val="lvl"/>
    </dgm:varLst>
    <dgm:alg type="composite"/>
    <dgm:shape xmlns:r="http://schemas.openxmlformats.org/officeDocument/2006/relationships" r:blip="">
      <dgm:adjLst/>
    </dgm:shape>
    <dgm:constrLst>
      <dgm:constr type="w" for="ch" forName="divider" refType="w"/>
      <dgm:constr type="h" for="ch" forName="divider" refType="h" fact="0.04"/>
      <dgm:constr type="ctrY" for="ch" forName="divider" refType="h" fact="0.5"/>
      <dgm:constr type="l" for="ch" forName="divider"/>
      <dgm:constr type="w" for="ch" forName="nodes" refType="w"/>
      <dgm:constr type="h" for="ch" forName="nodes" refType="h"/>
    </dgm:constrLst>
    <dgm:layoutNode name="divider" styleLbl="asst0">
      <dgm:alg type="sp"/>
      <dgm:shape xmlns:r="http://schemas.openxmlformats.org/officeDocument/2006/relationships" type="rect" r:blip="">
        <dgm:adjLst/>
      </dgm:shap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constrLst>
        <dgm:constr type="primFontSz" for="des" forName="L1TextContainer" val="26"/>
        <dgm:constr type="primFontSz" for="des" forName="L2TextContainer" refType="primFontSz" refFor="des" refForName="L1TextContainer" op="equ" fact="0.75"/>
        <dgm:constr type="w" for="ch" forName="composite" refType="w"/>
        <dgm:constr type="h" for="ch" forName="composite" refType="h"/>
        <dgm:constr type="w" for="ch" forName="spaceBetweenRectangles" refType="w" refFor="ch" refForName="composite" fact="-0.5"/>
        <dgm:constr type="w" for="ch" ptType="sibTrans" op="equ"/>
        <dgm:constr type="primFontSz" for="des" forName="L1TextContainer" op="equ"/>
        <dgm:constr type="primFontSz" for="des" forName="L2TextContainer" op="equ"/>
      </dgm:constrLst>
      <dgm:forEach name="nodesForEach" axis="ch" ptType="node">
        <dgm:layoutNode name="composite">
          <dgm:alg type="composite"/>
          <dgm:shape xmlns:r="http://schemas.openxmlformats.org/officeDocument/2006/relationships" r:blip="">
            <dgm:adjLst/>
          </dgm:shape>
          <dgm:choose name="CaseForPlacingNodesAboveAndBelowDivider">
            <dgm:if name="CaseForPlacingNodeAboveDivider" axis="self" ptType="node" func="posOdd" op="equ" val="1">
              <dgm:constrLst>
                <dgm:constr type="w" for="ch" forName="L2TextContainer" refType="w" fact="0.88"/>
                <dgm:constr type="h" for="ch" forName="L2TextContainer" refType="h" fact="0.15"/>
                <dgm:constr type="h" for="ch" forName="L2TextContainer" refType="h" op="lte" fact="0.31"/>
                <dgm:constr type="b" for="ch" forName="L2TextContainer" refType="h" fact="0.31"/>
                <dgm:constr type="l" for="ch" forName="L2TextContainer" refType="w" fact="0.06"/>
                <dgm:constr type="w" for="ch" forName="ConnectLine"/>
                <dgm:constr type="l" for="ch" forName="ConnectLine" refType="w" fact="0.5"/>
                <dgm:constr type="h" for="ch" forName="ConnectLine" refType="h" fact="0.19"/>
                <dgm:constr type="t" for="ch" forName="ConnectLine" refType="h" fact="0.31"/>
                <dgm:constr type="w" for="ch" forName="FlexibleEmptyPlaceHolder" refType="w"/>
                <dgm:constr type="h" for="ch" forName="FlexibleEmptyPlaceHolder" refType="h" fact="0.16"/>
                <dgm:constr type="h" for="ch" forName="FlexibleEmptyPlaceHolder" refType="h" op="gte" fact="0.005"/>
                <dgm:constr type="t" for="ch" forName="FlexibleEmptyPlaceHolder" refType="h" fact="0"/>
                <dgm:constr type="w" for="ch" forName="ConnectorPoint" refType="h" fact="0.025"/>
                <dgm:constr type="h" for="ch" forName="ConnectorPoint" refType="h" fact="0.025"/>
                <dgm:constr type="ctrX" for="ch" forName="ConnectorPoint" refType="w" fact="0.5"/>
                <dgm:constr type="ctrY" for="ch" forName="ConnectorPoint" refType="h" fact="0.5"/>
                <dgm:constr type="w" for="ch" forName="L1TextContainer" refType="w" fact="0.8"/>
                <dgm:constr type="l" for="ch" forName="L1TextContainer" refType="w" fact="0.1"/>
                <dgm:constr type="t" for="ch" forName="L1TextContainer" refType="h" fact="0.537"/>
                <dgm:constr type="h" for="ch" forName="L1TextContainer" refType="h" fact="0.113"/>
                <dgm:constr type="w" for="ch" forName="EmptyPlaceHolder" refType="w"/>
                <dgm:constr type="t" for="ch" forName="EmptyPlaceHolder" refType="h" fact="0.65"/>
                <dgm:constr type="h" for="ch" forName="EmptyPlaceHolder" refType="h" fact="0.35"/>
              </dgm:constrLst>
            </dgm:if>
            <dgm:else name="CaseForPlacingNodeBelowDivider">
              <dgm:constrLst>
                <dgm:constr type="w" for="ch" forName="EmptyPlaceHolder" refType="w"/>
                <dgm:constr type="h" for="ch" forName="EmptyPlaceHolder" refType="h" fact="0.35"/>
                <dgm:constr type="t" for="ch" forName="EmptyPlaceHolder" refType="h" fact="0"/>
                <dgm:constr type="w" for="ch" forName="FlexibleEmptyPlaceHolder" refType="w"/>
                <dgm:constr type="h" for="ch" forName="FlexibleEmptyPlaceHolder" refType="h" fact="0.16"/>
                <dgm:constr type="h" for="ch" forName="FlexibleEmptyPlaceHolder" refType="h" op="gte" fact="0.005"/>
                <dgm:constr type="b" for="ch" forName="FlexibleEmptyPlaceHolder" refType="h"/>
                <dgm:constr type="w" for="ch" forName="L1TextContainer" refType="w" fact="0.8"/>
                <dgm:constr type="l" for="ch" forName="L1TextContainer" refType="w" fact="0.1"/>
                <dgm:constr type="t" for="ch" forName="L1TextContainer" refType="h" fact="0.35"/>
                <dgm:constr type="h" for="ch" forName="L1TextContainer" refType="h" fact="0.113"/>
                <dgm:constr type="w" for="ch" forName="ConnectorPoint" refType="h" fact="0.025"/>
                <dgm:constr type="h" for="ch" forName="ConnectorPoint" refType="h" fact="0.025"/>
                <dgm:constr type="ctrX" for="ch" forName="ConnectorPoint" refType="w" fact="0.5"/>
                <dgm:constr type="ctrY" for="ch" forName="ConnectorPoint" refType="h" fact="0.5"/>
                <dgm:constr type="w" for="ch" forName="ConnectLine"/>
                <dgm:constr type="l" for="ch" forName="ConnectLine" refType="w" fact="0.5"/>
                <dgm:constr type="h" for="ch" forName="ConnectLine" refType="h" fact="0.19"/>
                <dgm:constr type="t" for="ch" forName="ConnectLine" refType="h" fact="0.5"/>
                <dgm:constr type="w" for="ch" forName="L2TextContainer" refType="w" fact="0.88"/>
                <dgm:constr type="h" for="ch" forName="L2TextContainer" refType="h" fact="0.15"/>
                <dgm:constr type="h" for="ch" forName="L2TextContainer" refType="h" op="lte" fact="0.31"/>
                <dgm:constr type="t" for="ch" forName="L2TextContainer" refType="h" fact="0.69"/>
                <dgm:constr type="l" for="ch" forName="L2TextContainer" refType="w" fact="0.06"/>
              </dgm:constrLst>
            </dgm:else>
          </dgm:choose>
          <dgm:layoutNode name="ConnectorPoint" styleLbl="fgAcc1" moveWith="L2TextContainer">
            <dgm:alg type="sp"/>
            <dgm:shape xmlns:r="http://schemas.openxmlformats.org/officeDocument/2006/relationships" type="ellipse" r:blip="" zOrderOff="10">
              <dgm:adjLst/>
            </dgm:shape>
            <dgm:presOf/>
            <dgm:constrLst/>
          </dgm:layoutNode>
          <dgm:layoutNode name="ConnectLine" styleLbl="alignNode1" moveWith="L2TextContainer">
            <dgm:alg type="sp"/>
            <dgm:shape xmlns:r="http://schemas.openxmlformats.org/officeDocument/2006/relationships" type="line" r:blip="">
              <dgm:adjLst/>
              <dgm:extLst>
                <a:ext uri="{B698B0E9-8C71-41B9-8309-B3DCBF30829C}">
                  <dgm1612:spPr xmlns:dgm1612="http://schemas.microsoft.com/office/drawing/2016/12/diagram">
                    <a:ln>
                      <a:prstDash val="dash"/>
                    </a:ln>
                  </dgm1612:spPr>
                </a:ext>
              </dgm:extLst>
            </dgm:shape>
            <dgm:presOf/>
            <dgm:constrLst/>
          </dgm:layoutNode>
          <dgm:layoutNode name="FlexibleEmptyPlaceHolder">
            <dgm:alg type="sp"/>
            <dgm:shape xmlns:r="http://schemas.openxmlformats.org/officeDocument/2006/relationships" r:blip="">
              <dgm:adjLst/>
            </dgm:shape>
            <dgm:presOf/>
            <dgm:constrLst/>
          </dgm:layoutNode>
          <dgm:layoutNode name="L2TextContainer" styleLbl="bgAcc1">
            <dgm:varLst>
              <dgm:chMax val="0"/>
              <dgm:chPref val="0"/>
              <dgm:bulletEnabled val="1"/>
            </dgm:varLst>
            <dgm:choose name="L2TextContainerAlgo">
              <dgm:if name="L2TextContainerAlgoLTR" func="var" arg="dir" op="equ" val="norm">
                <dgm:alg type="tx">
                  <dgm:param type="txAnchorVert" val="mid"/>
                  <dgm:param type="parTxRTLAlign" val="l"/>
                  <dgm:param type="parTxLTRAlign" val="l"/>
                  <dgm:param type="txAnchorVertCh" val="mid"/>
                  <dgm:param type="shpTxRTLAlignCh" val="l"/>
                  <dgm:param type="shpTxLTRAlignCh" val="l"/>
                </dgm:alg>
              </dgm:if>
              <dgm:else name="L2TextContainerAlgoRTL">
                <dgm:alg type="tx">
                  <dgm:param type="txAnchorVert" val="mid"/>
                  <dgm:param type="parTxRTLAlign" val="r"/>
                  <dgm:param type="parTxLTRAlign" val="r"/>
                  <dgm:param type="txAnchorVertCh" val="mid"/>
                  <dgm:param type="shpTxRTLAlignCh" val="r"/>
                  <dgm:param type="shpTxLTRAlignCh" val="r"/>
                </dgm:alg>
              </dgm:else>
            </dgm:choose>
            <dgm:shape xmlns:r="http://schemas.openxmlformats.org/officeDocument/2006/relationships" type="rect" r:blip="">
              <dgm:adjLst/>
            </dgm:shape>
            <dgm:presOf axis="des" ptType="node"/>
            <dgm:constrLst>
              <dgm:constr type="lMarg" refType="w" fact="0.14"/>
              <dgm:constr type="rMarg" refType="w" fact="0.14"/>
              <dgm:constr type="tMarg" refType="h" fact="0.17"/>
              <dgm:constr type="bMarg" refType="h" fact="0.17"/>
            </dgm:constrLst>
            <dgm:ruleLst>
              <dgm:rule type="h" val="INF" fact="NaN" max="NaN"/>
              <dgm:rule type="primFontSz" val="11" fact="NaN" max="NaN"/>
            </dgm:ruleLst>
          </dgm:layoutNode>
          <dgm:layoutNode name="L1TextContainer" styleLbl="revTx">
            <dgm:varLst>
              <dgm:chMax val="1"/>
              <dgm:chPref val="1"/>
              <dgm:bulletEnabled val="1"/>
            </dgm:varLst>
            <dgm:choose name="casesForTxtDirLogic">
              <dgm:if name="Name78" axis="self" ptType="node" func="posOdd" op="equ" val="1">
                <dgm:alg type="tx">
                  <dgm:param type="txAnchorHorz" val="ctr"/>
                  <dgm:param type="txAnchorVert" val="t"/>
                  <dgm:param type="parTxRTLAlign" val="ctr"/>
                  <dgm:param type="parTxRTLAlign" val="ctr"/>
                </dgm:alg>
              </dgm:if>
              <dgm:else name="Name89">
                <dgm:alg type="tx">
                  <dgm:param type="txAnchorHorz" val="ctr"/>
                  <dgm:param type="txAnchorVert" val="b"/>
                  <dgm:param type="parTxRTLAlign" val="ctr"/>
                  <dgm:param type="parTxRTLAlign" val="ctr"/>
                </dgm:alg>
              </dgm:else>
            </dgm:choose>
            <dgm:shape xmlns:r="http://schemas.openxmlformats.org/officeDocument/2006/relationships" type="rect" r:blip="">
              <dgm:adjLst/>
            </dgm:shape>
            <dgm:presOf axis="self"/>
            <dgm:constrLst>
              <dgm:constr type="lMarg"/>
              <dgm:constr type="rMarg"/>
              <dgm:constr type="tMarg"/>
              <dgm:constr type="bMarg"/>
            </dgm:constrLst>
            <dgm:ruleLst>
              <dgm:rule type="primFontSz" val="14" fact="NaN" max="NaN"/>
            </dgm:rule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19/1/layout/PeoplePortraitsList">
  <dgm:title val="People Portrait List"/>
  <dgm:desc val="People Portrait List"/>
  <dgm:catLst>
    <dgm:cat type="list"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dgm:constr type="w" for="ch" forName="compNode" refType="h" refFor="ch" refForName="compNode" fact="0.55"/>
      <dgm:constr type="w" for="ch" forName="sibTrans" refType="w" refFor="ch" refForName="compNode" fact="0.175"/>
      <dgm:constr type="primFontSz" for="des" forName="nameTx" val="18"/>
      <dgm:constr type="primFontSz" for="des" forName="desTx" refType="primFontSz" refFor="des" refForName="nameTx" op="lte" fact="0.75"/>
      <dgm:constr type="h" for="des" forName="topSpace" op="equ"/>
      <dgm:constr type="h" for="des" forName="compNode" op="equ"/>
      <dgm:constr type="h" for="des" forName="photoElip" op="equ"/>
      <dgm:constr type="w" for="des" forName="photoElip" op="equ"/>
      <dgm:constr type="l" for="des" forName="photoElip" op="equ"/>
      <dgm:constr type="h" for="des" forName="iconSpace" op="equ"/>
      <dgm:constr type="h" for="des" forName="nameTx" op="equ"/>
      <dgm:constr type="h" for="des" forName="txSpace" op="equ"/>
      <dgm:constr type="h" for="des" forName="desTx" op="equ"/>
      <dgm:constr type="h" for="des" forName="bottSpace"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topSpace" refType="w"/>
          <dgm:constr type="h" for="ch" forName="topSpace" refType="h" fact="0.187"/>
          <dgm:constr type="l" for="ch" forName="topSpace"/>
          <dgm:constr type="w" for="ch" forName="photoElip" refType="h" refFor="ch" refForName="photoElip"/>
          <dgm:constr type="h" for="ch" forName="photoElip" val="46.775"/>
          <dgm:constr type="t" for="ch" forName="photoElip" refType="b" refFor="ch" refForName="topSpace"/>
          <dgm:constr type="ctrX" for="ch" forName="photoElip" refType="w" fact="0.5"/>
          <dgm:constr type="w" for="ch" forName="iconSpace" refType="w"/>
          <dgm:constr type="h" for="ch" forName="iconSpace" refType="h" fact="0.075"/>
          <dgm:constr type="l" for="ch" forName="iconSpace"/>
          <dgm:constr type="t" for="ch" forName="iconSpace" refType="b" refFor="ch" refForName="photoElip"/>
          <dgm:constr type="w" for="ch" forName="nameTx" refType="w"/>
          <dgm:constr type="h" for="ch" forName="nameTx" refType="h" fact="0.112"/>
          <dgm:constr type="l" for="ch" forName="nameTx"/>
          <dgm:constr type="t" for="ch" forName="nameTx" refType="b" refFor="ch" refForName="iconSpace"/>
          <dgm:constr type="h" for="ch" forName="txSpace" refType="h" fact="0.015"/>
          <dgm:constr type="w" for="ch" forName="txSpace" refType="w"/>
          <dgm:constr type="l" for="ch" forName="txSpace"/>
          <dgm:constr type="t" for="ch" forName="txSpace" refType="b" refFor="ch" refForName="nameTx"/>
          <dgm:constr type="w" for="ch" forName="desTx" refType="w"/>
          <dgm:constr type="l" for="ch" forName="desTx"/>
          <dgm:constr type="h" for="ch" forName="desTx" refType="h" fact="0.13875"/>
          <dgm:constr type="t" for="ch" forName="desTx" refType="b" refFor="ch" refForName="txSpace"/>
          <dgm:constr type="w" for="ch" forName="bottSpace" refType="w"/>
          <dgm:constr type="h" for="ch" forName="bottSpace" refType="h" fact="0.067"/>
          <dgm:constr type="l" for="ch" forName="bottSpace"/>
          <dgm:constr type="t" for="ch" forName="bottSpace" refType="b" refFor="ch" refForName="desTx"/>
        </dgm:constrLst>
        <dgm:ruleLst>
          <dgm:rule type="h" val="INF" fact="NaN" max="NaN"/>
        </dgm:ruleLst>
        <dgm:layoutNode name="topSpace">
          <dgm:alg type="sp"/>
          <dgm:shape xmlns:r="http://schemas.openxmlformats.org/officeDocument/2006/relationships" r:blip="">
            <dgm:adjLst/>
          </dgm:shape>
          <dgm:presOf/>
          <dgm:constrLst/>
          <dgm:ruleLst/>
        </dgm:layoutNode>
        <dgm:layoutNode name="photoElip" styleLbl="node1">
          <dgm:alg type="sp"/>
          <dgm:shape xmlns:r="http://schemas.openxmlformats.org/officeDocument/2006/relationships" type="ellipse"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nameTx" styleLbl="revTx">
          <dgm:varLst>
            <dgm:chMax val="0"/>
            <dgm:chPref val="0"/>
          </dgm:varLst>
          <dgm:alg type="tx">
            <dgm:param type="txAnchorVert" val="t"/>
            <dgm:param type="txAnchorHorzCh" val="ct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HorzCh" val="ctr"/>
            <dgm:param type="txAnchorVert" val="t"/>
          </dgm:alg>
          <dgm:shape xmlns:r="http://schemas.openxmlformats.org/officeDocument/2006/relationships" type="rect" r:blip="">
            <dgm:adjLst/>
          </dgm:shape>
          <dgm:presOf axis="des" ptType="node"/>
          <dgm:constrLst>
            <dgm:constr type="primFontSz" val="13"/>
            <dgm:constr type="secFontSz" refType="primFontSz"/>
            <dgm:constr type="lMarg"/>
            <dgm:constr type="rMarg"/>
            <dgm:constr type="tMarg"/>
            <dgm:constr type="bMarg"/>
          </dgm:constrLst>
          <dgm:ruleLst>
            <dgm:rule type="primFontSz" val="13" fact="NaN" max="NaN"/>
            <dgm:rule type="h" val="INF" fact="NaN" max="NaN"/>
          </dgm:ruleLst>
        </dgm:layoutNode>
        <dgm:layoutNode name="bottSpace">
          <dgm:alg type="sp"/>
          <dgm:shape xmlns:r="http://schemas.openxmlformats.org/officeDocument/2006/relationships" r:blip="">
            <dgm:adjLst/>
          </dgm:shape>
          <dgm:presOf/>
          <dgm:constrLst/>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gn="ctr">
          <a:lnSpc>
            <a:spcPct val="100000"/>
          </a:lnSpc>
          <a:defRPr b="1" spc="20">
            <a:latin typeface="+mj-lt"/>
          </a:defRPr>
        </a:lvl1pPr>
        <a:lvl2pPr algn="ctr">
          <a:lnSpc>
            <a:spcPct val="100000"/>
          </a:lnSpc>
          <a:defRPr>
            <a:latin typeface="+mj-lt"/>
          </a:defRPr>
        </a:lvl2pPr>
        <a:lvl3pPr algn="ctr">
          <a:buNone/>
          <a:defRPr i="1">
            <a:latin typeface="+mj-lt"/>
          </a:defRPr>
        </a:lvl3pPr>
        <a:lvl4pPr algn="ctr">
          <a:buNone/>
          <a:defRPr i="1">
            <a:latin typeface="+mj-lt"/>
          </a:defRPr>
        </a:lvl4pPr>
        <a:lvl5pPr algn="ctr">
          <a:buNone/>
          <a:defRPr i="1">
            <a:latin typeface="+mj-lt"/>
          </a:defRPr>
        </a:lvl5pPr>
        <a:lvl6pPr algn="ctr">
          <a:buNone/>
          <a:defRPr i="1">
            <a:latin typeface="+mj-lt"/>
          </a:defRPr>
        </a:lvl6pPr>
        <a:lvl7pPr algn="ctr">
          <a:buNone/>
          <a:defRPr i="1">
            <a:latin typeface="+mj-lt"/>
          </a:defRPr>
        </a:lvl7pPr>
        <a:lvl8pPr algn="ctr">
          <a:buNone/>
          <a:defRPr i="1">
            <a:latin typeface="+mj-lt"/>
          </a:defRPr>
        </a:lvl8pPr>
        <a:lvl9pPr algn="ctr">
          <a:buNone/>
          <a:defRPr i="1">
            <a:latin typeface="+mj-lt"/>
          </a:defRPr>
        </a:lvl9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B022A2D-42FA-4553-8772-8DAE87B7695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GB"/>
          </a:p>
        </p:txBody>
      </p:sp>
      <p:sp>
        <p:nvSpPr>
          <p:cNvPr id="3" name="Date Placeholder 2">
            <a:extLst>
              <a:ext uri="{FF2B5EF4-FFF2-40B4-BE49-F238E27FC236}">
                <a16:creationId xmlns:a16="http://schemas.microsoft.com/office/drawing/2014/main" id="{2FDD895D-FAE0-4BCC-A867-FF4B70D9BF7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1F1F45CD-942C-43C1-9D93-D880B2656F2A}" type="datetime1">
              <a:rPr lang="en-GB" smtClean="0"/>
              <a:t>06/11/2025</a:t>
            </a:fld>
            <a:endParaRPr lang="en-GB"/>
          </a:p>
        </p:txBody>
      </p:sp>
      <p:sp>
        <p:nvSpPr>
          <p:cNvPr id="4" name="Footer Placeholder 3">
            <a:extLst>
              <a:ext uri="{FF2B5EF4-FFF2-40B4-BE49-F238E27FC236}">
                <a16:creationId xmlns:a16="http://schemas.microsoft.com/office/drawing/2014/main" id="{4C4706EC-595E-4FD0-9EC4-968864CC931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GB"/>
          </a:p>
        </p:txBody>
      </p:sp>
      <p:sp>
        <p:nvSpPr>
          <p:cNvPr id="5" name="Slide Number Placeholder 4">
            <a:extLst>
              <a:ext uri="{FF2B5EF4-FFF2-40B4-BE49-F238E27FC236}">
                <a16:creationId xmlns:a16="http://schemas.microsoft.com/office/drawing/2014/main" id="{CF699D8E-A980-43D3-BFB9-0812FFA36AB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5C4EE72E-E5A5-44ED-A736-DB8D8EE9B4C6}" type="slidenum">
              <a:rPr lang="en-GB" smtClean="0"/>
              <a:t>‹#›</a:t>
            </a:fld>
            <a:endParaRPr lang="en-GB"/>
          </a:p>
        </p:txBody>
      </p:sp>
    </p:spTree>
    <p:extLst>
      <p:ext uri="{BB962C8B-B14F-4D97-AF65-F5344CB8AC3E}">
        <p14:creationId xmlns:p14="http://schemas.microsoft.com/office/powerpoint/2010/main" val="394617412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GB" noProof="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F1DCB179-AB22-47F8-B69F-5A15F5F9DFCA}" type="datetime1">
              <a:rPr lang="en-GB" noProof="0" smtClean="0"/>
              <a:t>06/11/2025</a:t>
            </a:fld>
            <a:endParaRPr lang="en-GB" noProof="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n-GB"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en-GB" noProof="0"/>
              <a:t>Click to 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GB" noProof="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8D942FC2-A162-47B3-989B-571A62414964}" type="slidenum">
              <a:rPr lang="en-GB" noProof="0" smtClean="0"/>
              <a:t>‹#›</a:t>
            </a:fld>
            <a:endParaRPr lang="en-GB" noProof="0"/>
          </a:p>
        </p:txBody>
      </p:sp>
    </p:spTree>
    <p:extLst>
      <p:ext uri="{BB962C8B-B14F-4D97-AF65-F5344CB8AC3E}">
        <p14:creationId xmlns:p14="http://schemas.microsoft.com/office/powerpoint/2010/main" val="3891327727"/>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b="1" dirty="0"/>
              <a:t>From the </a:t>
            </a:r>
            <a:r>
              <a:rPr lang="it-IT" b="1" dirty="0" err="1"/>
              <a:t>different</a:t>
            </a:r>
            <a:r>
              <a:rPr lang="it-IT" b="1" dirty="0"/>
              <a:t> </a:t>
            </a:r>
            <a:r>
              <a:rPr lang="it-IT" b="1" dirty="0" err="1"/>
              <a:t>proposals</a:t>
            </a:r>
            <a:r>
              <a:rPr lang="it-IT" b="1" dirty="0"/>
              <a:t>, </a:t>
            </a:r>
            <a:r>
              <a:rPr lang="en-US" dirty="0"/>
              <a:t>we chose to implement the Flow Transducer Calibration project.</a:t>
            </a:r>
            <a:endParaRPr lang="en-GB" dirty="0"/>
          </a:p>
        </p:txBody>
      </p:sp>
      <p:sp>
        <p:nvSpPr>
          <p:cNvPr id="4" name="Slide Number Placeholder 3"/>
          <p:cNvSpPr>
            <a:spLocks noGrp="1"/>
          </p:cNvSpPr>
          <p:nvPr>
            <p:ph type="sldNum" sz="quarter" idx="5"/>
          </p:nvPr>
        </p:nvSpPr>
        <p:spPr/>
        <p:txBody>
          <a:bodyPr/>
          <a:lstStyle/>
          <a:p>
            <a:pPr rtl="0"/>
            <a:fld id="{8D942FC2-A162-47B3-989B-571A62414964}" type="slidenum">
              <a:rPr lang="en-GB" smtClean="0"/>
              <a:t>1</a:t>
            </a:fld>
            <a:endParaRPr lang="en-GB"/>
          </a:p>
        </p:txBody>
      </p:sp>
    </p:spTree>
    <p:extLst>
      <p:ext uri="{BB962C8B-B14F-4D97-AF65-F5344CB8AC3E}">
        <p14:creationId xmlns:p14="http://schemas.microsoft.com/office/powerpoint/2010/main" val="6439735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presentation, we will illustrate the main points of our project, which have been explored in detail in the two manuals. </a:t>
            </a:r>
            <a:r>
              <a:rPr lang="en-US" dirty="0" err="1"/>
              <a:t>deliverd</a:t>
            </a:r>
            <a:endParaRPr lang="en-US" dirty="0"/>
          </a:p>
          <a:p>
            <a:pPr marL="228600" indent="-228600">
              <a:buFont typeface="Arial" panose="020B0604020202020204" pitchFamily="34" charset="0"/>
              <a:buChar char="•"/>
            </a:pPr>
            <a:r>
              <a:rPr lang="en-US" dirty="0"/>
              <a:t>The project’s goal,</a:t>
            </a:r>
            <a:br>
              <a:rPr lang="en-US" dirty="0"/>
            </a:br>
            <a:r>
              <a:rPr lang="en-US" dirty="0"/>
              <a:t>An overview of the Automated Measuring System,</a:t>
            </a:r>
            <a:br>
              <a:rPr lang="en-US" dirty="0"/>
            </a:br>
            <a:r>
              <a:rPr lang="en-US" dirty="0"/>
              <a:t>The main LabVIEW VI with a demo,</a:t>
            </a:r>
            <a:br>
              <a:rPr lang="en-US" dirty="0"/>
            </a:br>
            <a:r>
              <a:rPr lang="en-US" dirty="0"/>
              <a:t>and finally, the results  we achieved</a:t>
            </a:r>
            <a:endParaRPr lang="en-GB" dirty="0"/>
          </a:p>
        </p:txBody>
      </p:sp>
      <p:sp>
        <p:nvSpPr>
          <p:cNvPr id="4" name="Slide Number Placeholder 3"/>
          <p:cNvSpPr>
            <a:spLocks noGrp="1"/>
          </p:cNvSpPr>
          <p:nvPr>
            <p:ph type="sldNum" sz="quarter" idx="5"/>
          </p:nvPr>
        </p:nvSpPr>
        <p:spPr/>
        <p:txBody>
          <a:bodyPr/>
          <a:lstStyle/>
          <a:p>
            <a:pPr rtl="0"/>
            <a:fld id="{8D942FC2-A162-47B3-989B-571A62414964}" type="slidenum">
              <a:rPr lang="en-GB" smtClean="0"/>
              <a:t>2</a:t>
            </a:fld>
            <a:endParaRPr lang="en-GB"/>
          </a:p>
        </p:txBody>
      </p:sp>
    </p:spTree>
    <p:extLst>
      <p:ext uri="{BB962C8B-B14F-4D97-AF65-F5344CB8AC3E}">
        <p14:creationId xmlns:p14="http://schemas.microsoft.com/office/powerpoint/2010/main" val="1027490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REH-</a:t>
            </a:r>
            <a:r>
              <a:rPr lang="en-US" dirty="0" err="1"/>
              <a:t>neh</a:t>
            </a:r>
            <a:r>
              <a:rPr lang="en-US" dirty="0"/>
              <a:t>-</a:t>
            </a:r>
            <a:r>
              <a:rPr lang="en-US" dirty="0" err="1"/>
              <a:t>sas</a:t>
            </a:r>
            <a:r>
              <a:rPr lang="en-US" dirty="0"/>
              <a:t> F S ten twelve eleven double-oh N G”</a:t>
            </a:r>
          </a:p>
          <a:p>
            <a:r>
              <a:rPr lang="en-US" dirty="0"/>
              <a:t>In order to create this automated measurement system, both the hardware and software components necessary to perform each task required by the calibration procedure were selected.</a:t>
            </a:r>
          </a:p>
          <a:p>
            <a:endParaRPr lang="en-US" dirty="0"/>
          </a:p>
          <a:p>
            <a:r>
              <a:rPr lang="en-US" dirty="0"/>
              <a:t>The  signal output of this analog sensor has to be </a:t>
            </a:r>
            <a:r>
              <a:rPr lang="en-US" dirty="0" err="1"/>
              <a:t>analysed</a:t>
            </a:r>
            <a:r>
              <a:rPr lang="en-US" dirty="0"/>
              <a:t> and compared with the measurement produced by a pre-calibrated transducer of similar characteristics: the Renesas FS-2012-1100-NG</a:t>
            </a:r>
          </a:p>
          <a:p>
            <a:endParaRPr lang="en-US" dirty="0"/>
          </a:p>
          <a:p>
            <a:r>
              <a:rPr lang="en-US" dirty="0"/>
              <a:t>The task involves several steps, all handled using a unique software application within the LabVIEW environment: the main VI."</a:t>
            </a:r>
            <a:endParaRPr lang="en-GB" dirty="0"/>
          </a:p>
        </p:txBody>
      </p:sp>
      <p:sp>
        <p:nvSpPr>
          <p:cNvPr id="4" name="Slide Number Placeholder 3"/>
          <p:cNvSpPr>
            <a:spLocks noGrp="1"/>
          </p:cNvSpPr>
          <p:nvPr>
            <p:ph type="sldNum" sz="quarter" idx="5"/>
          </p:nvPr>
        </p:nvSpPr>
        <p:spPr/>
        <p:txBody>
          <a:bodyPr/>
          <a:lstStyle/>
          <a:p>
            <a:pPr rtl="0"/>
            <a:fld id="{8D942FC2-A162-47B3-989B-571A62414964}" type="slidenum">
              <a:rPr lang="en-GB" smtClean="0"/>
              <a:t>3</a:t>
            </a:fld>
            <a:endParaRPr lang="en-GB"/>
          </a:p>
        </p:txBody>
      </p:sp>
    </p:spTree>
    <p:extLst>
      <p:ext uri="{BB962C8B-B14F-4D97-AF65-F5344CB8AC3E}">
        <p14:creationId xmlns:p14="http://schemas.microsoft.com/office/powerpoint/2010/main" val="19506706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a:p>
            <a:r>
              <a:rPr lang="en-US" dirty="0"/>
              <a:t>This slide provides an overview of the Automated Measuring System (AMS). The system is organized using a star topology, where all components are connected to a central hub</a:t>
            </a:r>
            <a:endParaRPr lang="en-GB" dirty="0"/>
          </a:p>
          <a:p>
            <a:r>
              <a:rPr lang="en-US" dirty="0"/>
              <a:t>This configuration enables quick fault detection and simplifies maintenance: any failure in a single connection does not disrupt the operation of the entire system</a:t>
            </a:r>
          </a:p>
          <a:p>
            <a:endParaRPr lang="en-GB" dirty="0"/>
          </a:p>
          <a:p>
            <a:r>
              <a:rPr lang="en-GB" dirty="0"/>
              <a:t>È </a:t>
            </a:r>
            <a:r>
              <a:rPr lang="en-GB" dirty="0" err="1"/>
              <a:t>stata</a:t>
            </a:r>
            <a:r>
              <a:rPr lang="en-GB" dirty="0"/>
              <a:t> </a:t>
            </a:r>
            <a:r>
              <a:rPr lang="en-GB" dirty="0" err="1"/>
              <a:t>scelata</a:t>
            </a:r>
            <a:r>
              <a:rPr lang="en-GB" dirty="0"/>
              <a:t> </a:t>
            </a:r>
            <a:r>
              <a:rPr lang="en-GB" dirty="0" err="1"/>
              <a:t>una</a:t>
            </a:r>
            <a:r>
              <a:rPr lang="en-GB" dirty="0"/>
              <a:t> </a:t>
            </a:r>
            <a:r>
              <a:rPr lang="en-GB" dirty="0" err="1"/>
              <a:t>topologia</a:t>
            </a:r>
            <a:r>
              <a:rPr lang="en-GB" dirty="0"/>
              <a:t> a  stella per </a:t>
            </a:r>
            <a:r>
              <a:rPr lang="en-GB" dirty="0" err="1"/>
              <a:t>collegare</a:t>
            </a:r>
            <a:r>
              <a:rPr lang="en-GB" dirty="0"/>
              <a:t> le varie </a:t>
            </a:r>
            <a:r>
              <a:rPr lang="en-GB" dirty="0" err="1"/>
              <a:t>componenti</a:t>
            </a:r>
            <a:r>
              <a:rPr lang="en-GB" dirty="0"/>
              <a:t> . Questa </a:t>
            </a:r>
            <a:r>
              <a:rPr lang="en-GB" dirty="0" err="1"/>
              <a:t>topologia</a:t>
            </a:r>
            <a:r>
              <a:rPr lang="en-GB" dirty="0"/>
              <a:t>  è </a:t>
            </a:r>
            <a:r>
              <a:rPr lang="en-GB" dirty="0" err="1"/>
              <a:t>una</a:t>
            </a:r>
            <a:r>
              <a:rPr lang="en-GB" dirty="0"/>
              <a:t> </a:t>
            </a:r>
            <a:r>
              <a:rPr lang="en-GB" dirty="0" err="1"/>
              <a:t>confiurazione</a:t>
            </a:r>
            <a:r>
              <a:rPr lang="en-GB" dirty="0"/>
              <a:t> di rete in cui tutti I </a:t>
            </a:r>
            <a:r>
              <a:rPr lang="en-GB" dirty="0" err="1"/>
              <a:t>dispositivi</a:t>
            </a:r>
            <a:r>
              <a:rPr lang="en-GB" dirty="0"/>
              <a:t> sono </a:t>
            </a:r>
            <a:r>
              <a:rPr lang="en-GB" dirty="0" err="1"/>
              <a:t>collegati</a:t>
            </a:r>
            <a:r>
              <a:rPr lang="en-GB" dirty="0"/>
              <a:t> a un </a:t>
            </a:r>
            <a:r>
              <a:rPr lang="en-GB" dirty="0" err="1"/>
              <a:t>nodo</a:t>
            </a:r>
            <a:r>
              <a:rPr lang="en-GB" dirty="0"/>
              <a:t> centrale un hub </a:t>
            </a:r>
            <a:r>
              <a:rPr lang="en-GB" dirty="0" err="1"/>
              <a:t>nel</a:t>
            </a:r>
            <a:r>
              <a:rPr lang="en-GB" dirty="0"/>
              <a:t> nostro </a:t>
            </a:r>
            <a:r>
              <a:rPr lang="en-GB" dirty="0" err="1"/>
              <a:t>caso</a:t>
            </a:r>
            <a:r>
              <a:rPr lang="en-GB" dirty="0"/>
              <a:t> . Rapido </a:t>
            </a:r>
            <a:r>
              <a:rPr lang="en-GB" dirty="0" err="1"/>
              <a:t>rilevamento</a:t>
            </a:r>
            <a:r>
              <a:rPr lang="en-GB" dirty="0"/>
              <a:t> dei Guasti e </a:t>
            </a:r>
            <a:r>
              <a:rPr lang="en-GB" dirty="0" err="1"/>
              <a:t>semplifica</a:t>
            </a:r>
            <a:r>
              <a:rPr lang="en-GB" dirty="0"/>
              <a:t> la </a:t>
            </a:r>
            <a:r>
              <a:rPr lang="en-GB" dirty="0" err="1"/>
              <a:t>manutenzione</a:t>
            </a:r>
            <a:r>
              <a:rPr lang="en-GB" dirty="0"/>
              <a:t> . Un </a:t>
            </a:r>
            <a:r>
              <a:rPr lang="en-GB" dirty="0" err="1"/>
              <a:t>guasto</a:t>
            </a:r>
            <a:r>
              <a:rPr lang="en-GB" dirty="0"/>
              <a:t> su </a:t>
            </a:r>
            <a:r>
              <a:rPr lang="en-GB" dirty="0" err="1"/>
              <a:t>una</a:t>
            </a:r>
            <a:r>
              <a:rPr lang="en-GB" dirty="0"/>
              <a:t> </a:t>
            </a:r>
            <a:r>
              <a:rPr lang="en-GB" dirty="0" err="1"/>
              <a:t>linea</a:t>
            </a:r>
            <a:r>
              <a:rPr lang="en-GB" dirty="0"/>
              <a:t> non </a:t>
            </a:r>
            <a:r>
              <a:rPr lang="en-GB" dirty="0" err="1"/>
              <a:t>compromette</a:t>
            </a:r>
            <a:r>
              <a:rPr lang="en-GB" dirty="0"/>
              <a:t> </a:t>
            </a:r>
            <a:r>
              <a:rPr lang="en-GB" dirty="0" err="1"/>
              <a:t>l’intera</a:t>
            </a:r>
            <a:r>
              <a:rPr lang="en-GB" dirty="0"/>
              <a:t> sistema </a:t>
            </a:r>
          </a:p>
        </p:txBody>
      </p:sp>
      <p:sp>
        <p:nvSpPr>
          <p:cNvPr id="4" name="Slide Number Placeholder 3"/>
          <p:cNvSpPr>
            <a:spLocks noGrp="1"/>
          </p:cNvSpPr>
          <p:nvPr>
            <p:ph type="sldNum" sz="quarter" idx="5"/>
          </p:nvPr>
        </p:nvSpPr>
        <p:spPr/>
        <p:txBody>
          <a:bodyPr/>
          <a:lstStyle/>
          <a:p>
            <a:pPr rtl="0"/>
            <a:fld id="{8D942FC2-A162-47B3-989B-571A62414964}" type="slidenum">
              <a:rPr lang="en-GB" noProof="0" smtClean="0"/>
              <a:t>4</a:t>
            </a:fld>
            <a:endParaRPr lang="en-GB" noProof="0"/>
          </a:p>
        </p:txBody>
      </p:sp>
    </p:spTree>
    <p:extLst>
      <p:ext uri="{BB962C8B-B14F-4D97-AF65-F5344CB8AC3E}">
        <p14:creationId xmlns:p14="http://schemas.microsoft.com/office/powerpoint/2010/main" val="17948515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Now we will present the main hardware components by providing some important information.</a:t>
            </a:r>
          </a:p>
          <a:p>
            <a:endParaRPr lang="it-IT" b="1" u="sng" dirty="0"/>
          </a:p>
          <a:p>
            <a:r>
              <a:rPr lang="en-US" dirty="0"/>
              <a:t>We have a DC micro membrane air pump that works using a flexible membrane which moves in an alternating motion to draw in and expel air. "This alternating movement generates an airflow that is measured by a flow sensor </a:t>
            </a:r>
            <a:r>
              <a:rPr lang="en-GB" dirty="0"/>
              <a:t>depending on the input current given.</a:t>
            </a:r>
          </a:p>
          <a:p>
            <a:r>
              <a:rPr lang="en-US" b="1" u="none" dirty="0"/>
              <a:t>This air pump is powered by a laboratory  benchtop power supply, providing a constant voltage value and a variable current output.</a:t>
            </a:r>
            <a:endParaRPr lang="it-IT" b="1" dirty="0"/>
          </a:p>
          <a:p>
            <a:endParaRPr lang="it-IT" b="1" dirty="0"/>
          </a:p>
          <a:p>
            <a:r>
              <a:rPr lang="en-US" b="1" dirty="0"/>
              <a:t>We will demonstrate (hopefully) that it is not necessary to start and control the power supply and therefore the air pump from its front panel, as shown in the image. Because the software developed for this project allows the instrument to be used remotely via a graphical user interface.</a:t>
            </a:r>
          </a:p>
          <a:p>
            <a:endParaRPr lang="it-IT" b="1" dirty="0"/>
          </a:p>
          <a:p>
            <a:pPr rtl="0"/>
            <a:r>
              <a:rPr lang="it-IT" dirty="0"/>
              <a:t>Next, </a:t>
            </a:r>
            <a:r>
              <a:rPr lang="it-IT" dirty="0" err="1"/>
              <a:t>we</a:t>
            </a:r>
            <a:r>
              <a:rPr lang="it-IT" dirty="0"/>
              <a:t> </a:t>
            </a:r>
            <a:r>
              <a:rPr lang="it-IT" dirty="0" err="1"/>
              <a:t>have</a:t>
            </a:r>
            <a:r>
              <a:rPr lang="it-IT" dirty="0"/>
              <a:t> the DIGITAL SENSOR 2012, </a:t>
            </a:r>
            <a:r>
              <a:rPr lang="it-IT" dirty="0" err="1"/>
              <a:t>whose</a:t>
            </a:r>
            <a:r>
              <a:rPr lang="it-IT" dirty="0"/>
              <a:t> output </a:t>
            </a:r>
            <a:r>
              <a:rPr lang="it-IT" dirty="0" err="1"/>
              <a:t>is</a:t>
            </a:r>
            <a:r>
              <a:rPr lang="it-IT" dirty="0"/>
              <a:t> </a:t>
            </a:r>
            <a:r>
              <a:rPr lang="it-IT" dirty="0" err="1"/>
              <a:t>sampled</a:t>
            </a:r>
            <a:r>
              <a:rPr lang="it-IT" dirty="0"/>
              <a:t> by Arduino and </a:t>
            </a:r>
            <a:r>
              <a:rPr lang="it-IT" dirty="0" err="1"/>
              <a:t>transferred</a:t>
            </a:r>
            <a:r>
              <a:rPr lang="it-IT" dirty="0"/>
              <a:t> to the PC running the software. The </a:t>
            </a:r>
            <a:r>
              <a:rPr lang="it-IT" dirty="0" err="1"/>
              <a:t>specific</a:t>
            </a:r>
            <a:r>
              <a:rPr lang="it-IT" dirty="0"/>
              <a:t> </a:t>
            </a:r>
            <a:r>
              <a:rPr lang="it-IT" dirty="0" err="1"/>
              <a:t>operation</a:t>
            </a:r>
            <a:r>
              <a:rPr lang="it-IT" dirty="0"/>
              <a:t> of the </a:t>
            </a:r>
            <a:r>
              <a:rPr lang="it-IT" dirty="0" err="1"/>
              <a:t>sensor</a:t>
            </a:r>
            <a:r>
              <a:rPr lang="it-IT" dirty="0"/>
              <a:t> </a:t>
            </a:r>
            <a:r>
              <a:rPr lang="it-IT" dirty="0" err="1"/>
              <a:t>will</a:t>
            </a:r>
            <a:r>
              <a:rPr lang="it-IT" dirty="0"/>
              <a:t> be </a:t>
            </a:r>
            <a:r>
              <a:rPr lang="it-IT" dirty="0" err="1"/>
              <a:t>explained</a:t>
            </a:r>
            <a:r>
              <a:rPr lang="it-IT" dirty="0"/>
              <a:t> in the following slides, </a:t>
            </a:r>
            <a:r>
              <a:rPr lang="it-IT" dirty="0" err="1"/>
              <a:t>but</a:t>
            </a:r>
            <a:r>
              <a:rPr lang="it-IT" dirty="0"/>
              <a:t> </a:t>
            </a:r>
            <a:r>
              <a:rPr lang="it-IT" dirty="0" err="1"/>
              <a:t>we</a:t>
            </a:r>
            <a:r>
              <a:rPr lang="it-IT" dirty="0"/>
              <a:t> can </a:t>
            </a:r>
            <a:r>
              <a:rPr lang="it-IT" dirty="0" err="1"/>
              <a:t>say</a:t>
            </a:r>
            <a:r>
              <a:rPr lang="it-IT" dirty="0"/>
              <a:t> </a:t>
            </a:r>
            <a:r>
              <a:rPr lang="it-IT" dirty="0" err="1"/>
              <a:t>that</a:t>
            </a:r>
            <a:r>
              <a:rPr lang="it-IT" dirty="0"/>
              <a:t> </a:t>
            </a:r>
            <a:r>
              <a:rPr lang="it-IT" dirty="0" err="1"/>
              <a:t>since</a:t>
            </a:r>
            <a:r>
              <a:rPr lang="it-IT" dirty="0"/>
              <a:t> </a:t>
            </a:r>
            <a:r>
              <a:rPr lang="it-IT" dirty="0" err="1"/>
              <a:t>it's</a:t>
            </a:r>
            <a:r>
              <a:rPr lang="it-IT" dirty="0"/>
              <a:t> a </a:t>
            </a:r>
            <a:r>
              <a:rPr lang="it-IT" dirty="0" err="1"/>
              <a:t>digital</a:t>
            </a:r>
            <a:r>
              <a:rPr lang="it-IT" dirty="0"/>
              <a:t> </a:t>
            </a:r>
            <a:r>
              <a:rPr lang="it-IT" dirty="0" err="1"/>
              <a:t>sensor</a:t>
            </a:r>
            <a:r>
              <a:rPr lang="it-IT" dirty="0"/>
              <a:t>, </a:t>
            </a:r>
            <a:r>
              <a:rPr lang="it-IT" dirty="0" err="1"/>
              <a:t>it</a:t>
            </a:r>
            <a:r>
              <a:rPr lang="it-IT" dirty="0"/>
              <a:t> </a:t>
            </a:r>
            <a:r>
              <a:rPr lang="it-IT" dirty="0" err="1"/>
              <a:t>uses</a:t>
            </a:r>
            <a:r>
              <a:rPr lang="it-IT" dirty="0"/>
              <a:t> an I²C (I-</a:t>
            </a:r>
            <a:r>
              <a:rPr lang="it-IT" dirty="0" err="1"/>
              <a:t>squared</a:t>
            </a:r>
            <a:r>
              <a:rPr lang="it-IT" dirty="0"/>
              <a:t>-C Inter-</a:t>
            </a:r>
            <a:r>
              <a:rPr lang="it-IT" dirty="0" err="1"/>
              <a:t>Integrated</a:t>
            </a:r>
            <a:r>
              <a:rPr lang="it-IT" dirty="0"/>
              <a:t> Circuit) </a:t>
            </a:r>
            <a:r>
              <a:rPr lang="it-IT" dirty="0" err="1"/>
              <a:t>type</a:t>
            </a:r>
            <a:r>
              <a:rPr lang="it-IT" dirty="0"/>
              <a:t>, </a:t>
            </a:r>
            <a:r>
              <a:rPr lang="it-IT" dirty="0" err="1"/>
              <a:t>meaning</a:t>
            </a:r>
            <a:r>
              <a:rPr lang="it-IT" dirty="0"/>
              <a:t> </a:t>
            </a:r>
            <a:r>
              <a:rPr lang="it-IT" dirty="0" err="1"/>
              <a:t>it</a:t>
            </a:r>
            <a:r>
              <a:rPr lang="it-IT" dirty="0"/>
              <a:t> follows a 2-wire serial </a:t>
            </a:r>
            <a:r>
              <a:rPr lang="it-IT" dirty="0" err="1"/>
              <a:t>digital</a:t>
            </a:r>
            <a:r>
              <a:rPr lang="it-IT" dirty="0"/>
              <a:t> </a:t>
            </a:r>
            <a:r>
              <a:rPr lang="it-IT" dirty="0" err="1"/>
              <a:t>communication</a:t>
            </a:r>
            <a:r>
              <a:rPr lang="it-IT" dirty="0"/>
              <a:t> </a:t>
            </a:r>
            <a:r>
              <a:rPr lang="it-IT" dirty="0" err="1"/>
              <a:t>protocol</a:t>
            </a:r>
            <a:r>
              <a:rPr lang="it-IT" dirty="0"/>
              <a:t>. </a:t>
            </a:r>
            <a:r>
              <a:rPr lang="it-IT" dirty="0" err="1"/>
              <a:t>It</a:t>
            </a:r>
            <a:r>
              <a:rPr lang="it-IT" dirty="0"/>
              <a:t> </a:t>
            </a:r>
            <a:r>
              <a:rPr lang="it-IT" dirty="0" err="1"/>
              <a:t>therefore</a:t>
            </a:r>
            <a:r>
              <a:rPr lang="it-IT" dirty="0"/>
              <a:t> </a:t>
            </a:r>
            <a:r>
              <a:rPr lang="it-IT" dirty="0" err="1"/>
              <a:t>operates</a:t>
            </a:r>
            <a:r>
              <a:rPr lang="it-IT" dirty="0"/>
              <a:t> </a:t>
            </a:r>
            <a:r>
              <a:rPr lang="it-IT" dirty="0" err="1"/>
              <a:t>according</a:t>
            </a:r>
            <a:r>
              <a:rPr lang="it-IT" dirty="0"/>
              <a:t> to a master-slave model and </a:t>
            </a:r>
            <a:r>
              <a:rPr lang="it-IT" dirty="0" err="1"/>
              <a:t>uses</a:t>
            </a:r>
            <a:r>
              <a:rPr lang="it-IT" dirty="0"/>
              <a:t> </a:t>
            </a:r>
            <a:r>
              <a:rPr lang="it-IT" dirty="0" err="1"/>
              <a:t>two</a:t>
            </a:r>
            <a:r>
              <a:rPr lang="it-IT" dirty="0"/>
              <a:t> </a:t>
            </a:r>
            <a:r>
              <a:rPr lang="it-IT" dirty="0" err="1"/>
              <a:t>main</a:t>
            </a:r>
            <a:r>
              <a:rPr lang="it-IT" dirty="0"/>
              <a:t> lines: one for the clock (SCL - Serial Clock) and one for data (SDA - Serial Data). </a:t>
            </a:r>
            <a:r>
              <a:rPr lang="it-IT" dirty="0" err="1"/>
              <a:t>We</a:t>
            </a:r>
            <a:r>
              <a:rPr lang="it-IT" dirty="0"/>
              <a:t> </a:t>
            </a:r>
            <a:r>
              <a:rPr lang="it-IT" dirty="0" err="1"/>
              <a:t>connected</a:t>
            </a:r>
            <a:r>
              <a:rPr lang="it-IT" dirty="0"/>
              <a:t> the </a:t>
            </a:r>
            <a:r>
              <a:rPr lang="it-IT" dirty="0" err="1"/>
              <a:t>sensor's</a:t>
            </a:r>
            <a:r>
              <a:rPr lang="it-IT" dirty="0"/>
              <a:t> SDA and SCL pins to the </a:t>
            </a:r>
            <a:r>
              <a:rPr lang="it-IT" dirty="0" err="1"/>
              <a:t>corresponding</a:t>
            </a:r>
            <a:r>
              <a:rPr lang="it-IT" dirty="0"/>
              <a:t> SDA and SCL pins on the Arduino. In </a:t>
            </a:r>
            <a:r>
              <a:rPr lang="it-IT" dirty="0" err="1"/>
              <a:t>addition</a:t>
            </a:r>
            <a:r>
              <a:rPr lang="it-IT" dirty="0"/>
              <a:t> to </a:t>
            </a:r>
            <a:r>
              <a:rPr lang="it-IT" dirty="0" err="1"/>
              <a:t>connecting</a:t>
            </a:r>
            <a:r>
              <a:rPr lang="it-IT" dirty="0"/>
              <a:t> the </a:t>
            </a:r>
            <a:r>
              <a:rPr lang="it-IT" dirty="0" err="1"/>
              <a:t>Arduino's</a:t>
            </a:r>
            <a:r>
              <a:rPr lang="it-IT" dirty="0"/>
              <a:t> 5V to the </a:t>
            </a:r>
            <a:r>
              <a:rPr lang="it-IT" dirty="0" err="1"/>
              <a:t>digital</a:t>
            </a:r>
            <a:r>
              <a:rPr lang="it-IT" dirty="0"/>
              <a:t> </a:t>
            </a:r>
            <a:r>
              <a:rPr lang="it-IT" dirty="0" err="1"/>
              <a:t>sensor's</a:t>
            </a:r>
            <a:r>
              <a:rPr lang="it-IT" dirty="0"/>
              <a:t> Voltage input, and the </a:t>
            </a:r>
            <a:r>
              <a:rPr lang="it-IT" dirty="0" err="1"/>
              <a:t>board's</a:t>
            </a:r>
            <a:r>
              <a:rPr lang="it-IT" dirty="0"/>
              <a:t> ground (GND) to the </a:t>
            </a:r>
            <a:r>
              <a:rPr lang="it-IT" dirty="0" err="1"/>
              <a:t>sensor's</a:t>
            </a:r>
            <a:r>
              <a:rPr lang="it-IT" dirty="0"/>
              <a:t> ground pin.</a:t>
            </a:r>
          </a:p>
          <a:p>
            <a:endParaRPr lang="en-GB" sz="1000" i="1" dirty="0"/>
          </a:p>
          <a:p>
            <a:r>
              <a:rPr lang="en-US" sz="1000" i="1" dirty="0"/>
              <a:t>Among the various versions of Arduino Uno, we used the third version (Arduino Uno R3). The sketch we developed in the Arduino IDE is then compiled and uploaded to the flash memory of the ATmega328P microcontroller via the bootloader.”</a:t>
            </a:r>
          </a:p>
          <a:p>
            <a:endParaRPr lang="en-GB" sz="1000" i="1" dirty="0"/>
          </a:p>
          <a:p>
            <a:endParaRPr lang="en-GB" sz="1000" i="1" dirty="0"/>
          </a:p>
          <a:p>
            <a:r>
              <a:rPr lang="en-GB" sz="1000" i="1" dirty="0"/>
              <a:t>%NON NECESSARIO%</a:t>
            </a:r>
          </a:p>
          <a:p>
            <a:endParaRPr lang="en-GB" sz="1000" i="1" dirty="0"/>
          </a:p>
          <a:p>
            <a:r>
              <a:rPr lang="it-IT" sz="1000" b="0" dirty="0"/>
              <a:t>La comunicazione con lo strumento avviene grazie al cavo </a:t>
            </a:r>
            <a:r>
              <a:rPr lang="it-IT" sz="1000" b="1" dirty="0"/>
              <a:t>USB-GPIB (</a:t>
            </a:r>
            <a:r>
              <a:rPr lang="it-IT" sz="1000" b="1" dirty="0" err="1"/>
              <a:t>generak</a:t>
            </a:r>
            <a:r>
              <a:rPr lang="it-IT" sz="1000" b="1" dirty="0"/>
              <a:t> </a:t>
            </a:r>
            <a:r>
              <a:rPr lang="it-IT" sz="1000" b="1" dirty="0" err="1"/>
              <a:t>purpose</a:t>
            </a:r>
            <a:r>
              <a:rPr lang="it-IT" sz="1000" b="1" dirty="0"/>
              <a:t> </a:t>
            </a:r>
            <a:r>
              <a:rPr lang="it-IT" sz="1000" b="1" dirty="0" err="1"/>
              <a:t>interface</a:t>
            </a:r>
            <a:r>
              <a:rPr lang="it-IT" sz="1000" b="1" dirty="0"/>
              <a:t> bus…convertitore)… la porta GPIB ha 24 pin:</a:t>
            </a:r>
          </a:p>
          <a:p>
            <a:pPr marL="171450" indent="-171450">
              <a:buFont typeface="Arial" panose="020B0604020202020204" pitchFamily="34" charset="0"/>
              <a:buChar char="•"/>
            </a:pPr>
            <a:r>
              <a:rPr lang="it-IT" sz="1000" b="0" dirty="0"/>
              <a:t>8 linee per la </a:t>
            </a:r>
            <a:r>
              <a:rPr lang="it-IT" sz="1000" b="0" dirty="0" err="1"/>
              <a:t>transmissione</a:t>
            </a:r>
            <a:r>
              <a:rPr lang="it-IT" sz="1000" b="0" dirty="0"/>
              <a:t> dei segnali  in modalità parallela</a:t>
            </a:r>
          </a:p>
          <a:p>
            <a:pPr marL="171450" indent="-171450">
              <a:buFont typeface="Arial" panose="020B0604020202020204" pitchFamily="34" charset="0"/>
              <a:buChar char="•"/>
            </a:pPr>
            <a:r>
              <a:rPr lang="it-IT" sz="1000" b="0" dirty="0"/>
              <a:t>5 per la gestione del bus</a:t>
            </a:r>
          </a:p>
          <a:p>
            <a:pPr marL="171450" indent="-171450">
              <a:buFont typeface="Arial" panose="020B0604020202020204" pitchFamily="34" charset="0"/>
              <a:buChar char="•"/>
            </a:pPr>
            <a:r>
              <a:rPr lang="it-IT" sz="1000" b="0" dirty="0"/>
              <a:t>3 linee di </a:t>
            </a:r>
            <a:r>
              <a:rPr lang="it-IT" sz="1000" b="0" dirty="0" err="1"/>
              <a:t>handshake</a:t>
            </a:r>
            <a:endParaRPr lang="it-IT" sz="1000" b="0" dirty="0"/>
          </a:p>
          <a:p>
            <a:pPr marL="171450" indent="-171450">
              <a:buFont typeface="Arial" panose="020B0604020202020204" pitchFamily="34" charset="0"/>
              <a:buChar char="•"/>
            </a:pPr>
            <a:r>
              <a:rPr lang="it-IT" sz="1000" b="0" dirty="0"/>
              <a:t>8 linee di massa</a:t>
            </a:r>
          </a:p>
          <a:p>
            <a:pPr marL="0" indent="0">
              <a:buFont typeface="Arial" panose="020B0604020202020204" pitchFamily="34" charset="0"/>
              <a:buNone/>
            </a:pPr>
            <a:r>
              <a:rPr lang="it-IT" sz="1000" b="0" dirty="0"/>
              <a:t>Ogni  strumento è identificato da un indirizzo  e la velocità </a:t>
            </a:r>
            <a:r>
              <a:rPr lang="it-IT" sz="1000" b="0" dirty="0" err="1"/>
              <a:t>massimia</a:t>
            </a:r>
            <a:r>
              <a:rPr lang="it-IT" sz="1000" b="0" dirty="0"/>
              <a:t> di </a:t>
            </a:r>
            <a:r>
              <a:rPr lang="it-IT" sz="1000" b="0" dirty="0" err="1"/>
              <a:t>transimissione</a:t>
            </a:r>
            <a:r>
              <a:rPr lang="it-IT" sz="1000" b="0" dirty="0"/>
              <a:t> è  8 </a:t>
            </a:r>
            <a:r>
              <a:rPr lang="it-IT" sz="1000" b="0" dirty="0" err="1"/>
              <a:t>Megabytes</a:t>
            </a:r>
            <a:r>
              <a:rPr lang="it-IT" sz="1000" b="0" dirty="0"/>
              <a:t> al secondo</a:t>
            </a:r>
          </a:p>
          <a:p>
            <a:endParaRPr lang="en-GB" sz="1000" i="1" dirty="0"/>
          </a:p>
          <a:p>
            <a:r>
              <a:rPr lang="it-IT" dirty="0"/>
              <a:t>Arduino agisce come </a:t>
            </a:r>
            <a:r>
              <a:rPr lang="it-IT" b="1" dirty="0"/>
              <a:t>master</a:t>
            </a:r>
            <a:r>
              <a:rPr lang="it-IT" dirty="0"/>
              <a:t> (cioè comanda) e i sensori o dispositivi sono </a:t>
            </a:r>
            <a:r>
              <a:rPr lang="it-IT" b="1" dirty="0"/>
              <a:t>slave</a:t>
            </a:r>
            <a:r>
              <a:rPr lang="it-IT" dirty="0"/>
              <a:t> (cioè rispondono)</a:t>
            </a:r>
          </a:p>
          <a:p>
            <a:r>
              <a:rPr lang="it-IT" dirty="0"/>
              <a:t>Ogni slave ha un </a:t>
            </a:r>
            <a:r>
              <a:rPr lang="it-IT" b="1" dirty="0"/>
              <a:t>indirizzo univoco</a:t>
            </a:r>
            <a:endParaRPr lang="it-IT" dirty="0"/>
          </a:p>
          <a:p>
            <a:endParaRPr lang="it-IT" dirty="0"/>
          </a:p>
          <a:p>
            <a:r>
              <a:rPr lang="it-IT" dirty="0"/>
              <a:t>Si  collega Arduino al PC con il cavo USB tipo A- tipo B, si crea una </a:t>
            </a:r>
            <a:r>
              <a:rPr lang="it-IT" b="1" dirty="0"/>
              <a:t>porta seriale virtuale</a:t>
            </a:r>
            <a:r>
              <a:rPr lang="it-IT" dirty="0"/>
              <a:t> (es. COM3 su Windows). gestita internamente dal chip ATmega16U2 e </a:t>
            </a:r>
          </a:p>
          <a:p>
            <a:r>
              <a:rPr lang="it-IT" dirty="0"/>
              <a:t>questa porta </a:t>
            </a:r>
            <a:r>
              <a:rPr lang="it-IT" b="1" dirty="0"/>
              <a:t>viene usata per caricare lo sketch e per il monitor seriale</a:t>
            </a:r>
            <a:r>
              <a:rPr lang="it-IT" dirty="0"/>
              <a:t>.</a:t>
            </a:r>
          </a:p>
          <a:p>
            <a:endParaRPr lang="it-IT" dirty="0"/>
          </a:p>
          <a:p>
            <a:r>
              <a:rPr lang="it-IT" b="1" dirty="0"/>
              <a:t>Interfaccia USB-seriale</a:t>
            </a:r>
            <a:r>
              <a:rPr lang="it-IT" dirty="0"/>
              <a:t> – ATmega16U2 converte il segnale USB in seriale, per comunicare con il computer.</a:t>
            </a:r>
          </a:p>
          <a:p>
            <a:r>
              <a:rPr lang="it-IT" dirty="0"/>
              <a:t>La comunicazione avviene via USB attraverso una porta </a:t>
            </a:r>
            <a:r>
              <a:rPr lang="it-IT" b="1" dirty="0"/>
              <a:t>seriale virtuale (UART)</a:t>
            </a:r>
            <a:r>
              <a:rPr lang="it-IT" dirty="0"/>
              <a:t>.</a:t>
            </a:r>
          </a:p>
          <a:p>
            <a:r>
              <a:rPr lang="it-IT" dirty="0"/>
              <a:t>Usando </a:t>
            </a:r>
            <a:r>
              <a:rPr lang="it-IT" dirty="0" err="1"/>
              <a:t>Serial.begin</a:t>
            </a:r>
            <a:r>
              <a:rPr lang="it-IT" dirty="0"/>
              <a:t>(), </a:t>
            </a:r>
            <a:r>
              <a:rPr lang="it-IT" dirty="0" err="1"/>
              <a:t>Serial.print</a:t>
            </a:r>
            <a:r>
              <a:rPr lang="it-IT" dirty="0"/>
              <a:t>(), </a:t>
            </a:r>
            <a:r>
              <a:rPr lang="it-IT" dirty="0" err="1"/>
              <a:t>Serial.read</a:t>
            </a:r>
            <a:r>
              <a:rPr lang="it-IT" dirty="0"/>
              <a:t>() ecc., si può inviare/ricevere dati tra Arduino e il computer.</a:t>
            </a:r>
          </a:p>
          <a:p>
            <a:endParaRPr lang="it-IT" dirty="0"/>
          </a:p>
          <a:p>
            <a:r>
              <a:rPr lang="it-IT" dirty="0"/>
              <a:t>Il sistema operativo (es. </a:t>
            </a:r>
            <a:r>
              <a:rPr lang="it-IT" b="1" dirty="0"/>
              <a:t>Windows</a:t>
            </a:r>
            <a:r>
              <a:rPr lang="it-IT" dirty="0"/>
              <a:t>) crea una </a:t>
            </a:r>
            <a:r>
              <a:rPr lang="it-IT" b="1" dirty="0"/>
              <a:t>porta seriale virtuale</a:t>
            </a:r>
            <a:r>
              <a:rPr lang="it-IT" dirty="0"/>
              <a:t>, come ad esempio </a:t>
            </a:r>
            <a:r>
              <a:rPr lang="it-IT" b="1" dirty="0"/>
              <a:t>COM3</a:t>
            </a:r>
            <a:r>
              <a:rPr lang="it-IT" dirty="0"/>
              <a:t>.</a:t>
            </a:r>
          </a:p>
          <a:p>
            <a:r>
              <a:rPr lang="it-IT" dirty="0"/>
              <a:t>Questa porta serve per comunicare tra il </a:t>
            </a:r>
            <a:r>
              <a:rPr lang="it-IT" b="1" dirty="0"/>
              <a:t>computer</a:t>
            </a:r>
            <a:r>
              <a:rPr lang="it-IT" dirty="0"/>
              <a:t> e </a:t>
            </a:r>
            <a:r>
              <a:rPr lang="it-IT" b="1" dirty="0"/>
              <a:t>Arduino</a:t>
            </a:r>
            <a:r>
              <a:rPr lang="it-IT" dirty="0"/>
              <a:t>.</a:t>
            </a:r>
          </a:p>
          <a:p>
            <a:r>
              <a:rPr lang="it-IT" dirty="0"/>
              <a:t>Anche se fisicamente il collegamento è via </a:t>
            </a:r>
            <a:r>
              <a:rPr lang="it-IT" b="1" dirty="0"/>
              <a:t>USB</a:t>
            </a:r>
            <a:r>
              <a:rPr lang="it-IT" dirty="0"/>
              <a:t>, a livello logico si comporta come una </a:t>
            </a:r>
            <a:r>
              <a:rPr lang="it-IT" b="1" dirty="0"/>
              <a:t>comunicazione seriale (UART)</a:t>
            </a:r>
            <a:r>
              <a:rPr lang="it-IT" dirty="0"/>
              <a:t>.</a:t>
            </a:r>
          </a:p>
          <a:p>
            <a:r>
              <a:rPr lang="it-IT" dirty="0"/>
              <a:t>Sulla scheda Arduino Uno, c'è un secondo microcontrollore chiamato </a:t>
            </a:r>
            <a:r>
              <a:rPr lang="it-IT" b="1" dirty="0"/>
              <a:t>ATmega16U2</a:t>
            </a:r>
            <a:r>
              <a:rPr lang="it-IT" dirty="0"/>
              <a:t>.</a:t>
            </a:r>
          </a:p>
          <a:p>
            <a:r>
              <a:rPr lang="it-IT" dirty="0"/>
              <a:t>Questo chip </a:t>
            </a:r>
            <a:r>
              <a:rPr lang="it-IT" b="1" dirty="0"/>
              <a:t>converte il segnale USB in segnale seriale UART</a:t>
            </a:r>
            <a:r>
              <a:rPr lang="it-IT" dirty="0"/>
              <a:t>, permettendo ad Arduino (che usa UART) di comunicare con il computer (che usa USB).</a:t>
            </a:r>
          </a:p>
          <a:p>
            <a:endParaRPr lang="it-IT" dirty="0"/>
          </a:p>
          <a:p>
            <a:endParaRPr lang="en-GB" dirty="0"/>
          </a:p>
        </p:txBody>
      </p:sp>
      <p:sp>
        <p:nvSpPr>
          <p:cNvPr id="4" name="Slide Number Placeholder 3"/>
          <p:cNvSpPr>
            <a:spLocks noGrp="1"/>
          </p:cNvSpPr>
          <p:nvPr>
            <p:ph type="sldNum" sz="quarter" idx="5"/>
          </p:nvPr>
        </p:nvSpPr>
        <p:spPr/>
        <p:txBody>
          <a:bodyPr/>
          <a:lstStyle/>
          <a:p>
            <a:pPr rtl="0"/>
            <a:fld id="{8D942FC2-A162-47B3-989B-571A62414964}" type="slidenum">
              <a:rPr lang="en-GB" noProof="0" smtClean="0"/>
              <a:t>5</a:t>
            </a:fld>
            <a:endParaRPr lang="en-GB" noProof="0"/>
          </a:p>
        </p:txBody>
      </p:sp>
    </p:spTree>
    <p:extLst>
      <p:ext uri="{BB962C8B-B14F-4D97-AF65-F5344CB8AC3E}">
        <p14:creationId xmlns:p14="http://schemas.microsoft.com/office/powerpoint/2010/main" val="7730473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en-US" dirty="0"/>
              <a:t>The Arduino script responsible for acquiring data from the digital sensor can be divided into several parts: </a:t>
            </a:r>
          </a:p>
          <a:p>
            <a:pPr marL="228600" indent="-228600">
              <a:buAutoNum type="arabicPeriod"/>
            </a:pPr>
            <a:r>
              <a:rPr lang="en-US" dirty="0"/>
              <a:t>We have the necessary libraries defined. </a:t>
            </a:r>
          </a:p>
          <a:p>
            <a:pPr marL="228600" indent="-228600">
              <a:buAutoNum type="arabicPeriod"/>
            </a:pPr>
            <a:r>
              <a:rPr lang="en-US" dirty="0"/>
              <a:t>The various </a:t>
            </a:r>
            <a:r>
              <a:rPr lang="en-US" dirty="0" err="1"/>
              <a:t>globals</a:t>
            </a:r>
            <a:r>
              <a:rPr lang="en-US" dirty="0"/>
              <a:t> defined are: </a:t>
            </a:r>
          </a:p>
          <a:p>
            <a:pPr marL="628650" lvl="1" indent="-171450">
              <a:buFontTx/>
              <a:buChar char="-"/>
            </a:pPr>
            <a:r>
              <a:rPr lang="en-US" b="1" dirty="0"/>
              <a:t>data</a:t>
            </a:r>
            <a:r>
              <a:rPr lang="en-US" dirty="0"/>
              <a:t>: This variable will store the raw (unprocessed) output of the sensor. It is a 16-bit value. </a:t>
            </a:r>
          </a:p>
          <a:p>
            <a:pPr marL="628650" lvl="1" indent="-171450">
              <a:buFontTx/>
              <a:buChar char="-"/>
            </a:pPr>
            <a:r>
              <a:rPr lang="en-US" b="1" dirty="0"/>
              <a:t> flow</a:t>
            </a:r>
            <a:r>
              <a:rPr lang="en-US" dirty="0"/>
              <a:t>: This is another 16-bit variable that will contain the converted flow value. •</a:t>
            </a:r>
          </a:p>
          <a:p>
            <a:pPr marL="628650" lvl="1" indent="-171450">
              <a:buFontTx/>
              <a:buChar char="-"/>
            </a:pPr>
            <a:r>
              <a:rPr lang="en-US" b="1" dirty="0" err="1"/>
              <a:t>delayMs</a:t>
            </a:r>
            <a:r>
              <a:rPr lang="en-US" dirty="0"/>
              <a:t>: This variable indicates the time interval (in milliseconds) between one sensor reading and the next. (Initially, it is set to 500 </a:t>
            </a:r>
            <a:r>
              <a:rPr lang="en-US" dirty="0" err="1"/>
              <a:t>ms</a:t>
            </a:r>
            <a:r>
              <a:rPr lang="en-US" dirty="0"/>
              <a:t>, which corresponds to a sampling rate of 2 Hz (i.e., two readings per second).</a:t>
            </a:r>
          </a:p>
          <a:p>
            <a:pPr marL="628650" lvl="1" indent="-171450">
              <a:buFontTx/>
              <a:buChar char="-"/>
            </a:pPr>
            <a:endParaRPr lang="en-US" dirty="0"/>
          </a:p>
          <a:p>
            <a:pPr marL="457200" lvl="1" indent="0">
              <a:buFontTx/>
              <a:buNone/>
            </a:pPr>
            <a:endParaRPr lang="en-US" dirty="0"/>
          </a:p>
          <a:p>
            <a:pPr marL="457200" lvl="1" indent="0">
              <a:buFontTx/>
              <a:buNone/>
            </a:pPr>
            <a:r>
              <a:rPr lang="en-US" dirty="0"/>
              <a:t> There are four main functions: </a:t>
            </a:r>
          </a:p>
          <a:p>
            <a:pPr marL="457200" lvl="1" indent="0">
              <a:buFontTx/>
              <a:buNone/>
            </a:pPr>
            <a:r>
              <a:rPr lang="en-US" dirty="0"/>
              <a:t>	Sensor Read Function </a:t>
            </a:r>
            <a:r>
              <a:rPr lang="en-US" dirty="0">
                <a:sym typeface="Wingdings" panose="05000000000000000000" pitchFamily="2" charset="2"/>
              </a:rPr>
              <a:t></a:t>
            </a:r>
            <a:r>
              <a:rPr lang="en-US" dirty="0"/>
              <a:t> </a:t>
            </a:r>
            <a:r>
              <a:rPr lang="en-US" b="1" dirty="0" err="1"/>
              <a:t>digital_flow_sensor</a:t>
            </a:r>
            <a:r>
              <a:rPr lang="en-US" b="1" dirty="0"/>
              <a:t>(): </a:t>
            </a:r>
            <a:r>
              <a:rPr lang="en-US" dirty="0"/>
              <a:t>This function is responsible for reading data from the FS2012 flow sensor. Using the I²C communication protocol, it sends a request to the FS2012 sensor (at the FS2012_ADDRESS address specified in the datasheet, as Arduino acts as the master and the sensor is a slave. Each slave has a unique address) to read the data from "register 1". The sensor responds by sending two bytes of data, which are combined (the operation (a &lt;&lt; 8 | b) shifts the first byte to the left by 8 positions and combines it with the second byte to form a single 16-bit value) to create the data value. Finally, the data value is converted to Liters per Minute (L/min) by dividing it by 1000.0, and this converted value is stored in the flow variable.</a:t>
            </a:r>
          </a:p>
          <a:p>
            <a:pPr marL="457200" lvl="1" indent="0">
              <a:buFontTx/>
              <a:buNone/>
            </a:pPr>
            <a:endParaRPr lang="en-US" dirty="0"/>
          </a:p>
          <a:p>
            <a:pPr marL="457200" lvl="1" indent="0">
              <a:buFontTx/>
              <a:buNone/>
            </a:pPr>
            <a:r>
              <a:rPr lang="en-US" dirty="0"/>
              <a:t>Initialization Function: </a:t>
            </a:r>
            <a:r>
              <a:rPr lang="en-US" dirty="0">
                <a:sym typeface="Wingdings" panose="05000000000000000000" pitchFamily="2" charset="2"/>
              </a:rPr>
              <a:t> </a:t>
            </a:r>
            <a:r>
              <a:rPr lang="en-US" b="1" dirty="0"/>
              <a:t>setup() </a:t>
            </a:r>
            <a:r>
              <a:rPr lang="en-US" dirty="0"/>
              <a:t>This function is executed only once when the Arduino board starts up. It configures everything necessary before the program begins running continuously. Specifically, it initializes the I²C bus (</a:t>
            </a:r>
            <a:r>
              <a:rPr lang="en-US" dirty="0" err="1"/>
              <a:t>Wire.begin</a:t>
            </a:r>
            <a:r>
              <a:rPr lang="en-US" dirty="0"/>
              <a:t>()) so that the microcontroller can communicate with the FS2012 sensor.</a:t>
            </a:r>
          </a:p>
          <a:p>
            <a:pPr marL="457200" lvl="1" indent="0">
              <a:buFontTx/>
              <a:buNone/>
            </a:pPr>
            <a:endParaRPr lang="en-US" dirty="0"/>
          </a:p>
          <a:p>
            <a:pPr marL="457200" lvl="1" indent="0">
              <a:buFontTx/>
              <a:buNone/>
            </a:pPr>
            <a:r>
              <a:rPr lang="en-US" dirty="0"/>
              <a:t>Continuous Execution Function </a:t>
            </a:r>
            <a:r>
              <a:rPr lang="en-US" dirty="0">
                <a:sym typeface="Wingdings" panose="05000000000000000000" pitchFamily="2" charset="2"/>
              </a:rPr>
              <a:t> </a:t>
            </a:r>
            <a:r>
              <a:rPr lang="en-US" b="1" dirty="0"/>
              <a:t>loop()</a:t>
            </a:r>
            <a:r>
              <a:rPr lang="en-US" dirty="0"/>
              <a:t> It is executed repeatedly, without interruption, as long as the Arduino board is powered on. It manages serial control to change the sampling rate. This means that, via a command sent via serial, it is possible to change how often the sensor is read. It calls the </a:t>
            </a:r>
            <a:r>
              <a:rPr lang="en-US" dirty="0" err="1"/>
              <a:t>digital_flow_sensor</a:t>
            </a:r>
            <a:r>
              <a:rPr lang="en-US" dirty="0"/>
              <a:t>() function to read the current value from the flow sensor and update the flow variable. It incorporates a pause (</a:t>
            </a:r>
            <a:r>
              <a:rPr lang="en-US" dirty="0" err="1"/>
              <a:t>delayMs</a:t>
            </a:r>
            <a:r>
              <a:rPr lang="en-US" dirty="0"/>
              <a:t>) between each reading. This ensures that the sensor is not read too often. frequently, respecting the desired sampling frequency. Print to Monitor: Prints the flow value (the measured flow) to the serial monitor, so it can be displayed on the computer. </a:t>
            </a:r>
            <a:endParaRPr lang="it-IT" dirty="0"/>
          </a:p>
          <a:p>
            <a:pPr marL="0" indent="0">
              <a:buFont typeface="Arial" panose="020B0604020202020204" pitchFamily="34" charset="0"/>
              <a:buNone/>
            </a:pPr>
            <a:endParaRPr lang="it-IT" dirty="0"/>
          </a:p>
          <a:p>
            <a:pPr marL="0" indent="0">
              <a:buFont typeface="Arial" panose="020B0604020202020204" pitchFamily="34" charset="0"/>
              <a:buNone/>
            </a:pPr>
            <a:r>
              <a:rPr lang="it-IT" dirty="0"/>
              <a:t>        </a:t>
            </a:r>
            <a:r>
              <a:rPr lang="en-US" dirty="0"/>
              <a:t>Serial Event Handling Function:</a:t>
            </a:r>
            <a:r>
              <a:rPr lang="en-US" dirty="0">
                <a:sym typeface="Wingdings" panose="05000000000000000000" pitchFamily="2" charset="2"/>
              </a:rPr>
              <a:t></a:t>
            </a:r>
            <a:r>
              <a:rPr lang="en-US" b="1" dirty="0" err="1"/>
              <a:t>serialEvent</a:t>
            </a:r>
            <a:r>
              <a:rPr lang="en-US" b="1" dirty="0"/>
              <a:t>(String command</a:t>
            </a:r>
            <a:r>
              <a:rPr lang="en-US" dirty="0"/>
              <a:t>) This function is triggered whenever data is available on the serial port (i.e., when it receives a command from the computer). Checks whether the command string begins with the prefix "SF:" (which stands for "Set Frequency" or "Set Flow"). If the prefix is ​​correct, it extracts the numeric part of the command, which represents the new frequency. It converts this frequency to a floating-point value and, if the value is positive, updates the global variable </a:t>
            </a:r>
            <a:r>
              <a:rPr lang="en-US" dirty="0" err="1"/>
              <a:t>delayMs</a:t>
            </a:r>
            <a:r>
              <a:rPr lang="en-US" dirty="0"/>
              <a:t>. The formula (unsigned long) (1000.0 / </a:t>
            </a:r>
            <a:r>
              <a:rPr lang="en-US" dirty="0" err="1"/>
              <a:t>newFreq</a:t>
            </a:r>
            <a:r>
              <a:rPr lang="en-US" dirty="0"/>
              <a:t>) calculates the delay in milliseconds required to obtain the </a:t>
            </a:r>
            <a:r>
              <a:rPr lang="en-US" dirty="0" err="1"/>
              <a:t>newFreq</a:t>
            </a:r>
            <a:r>
              <a:rPr lang="en-US" dirty="0"/>
              <a:t> (frequency in Hz). This mechanism allows the sensor's sampling frequency to be dynamically changed by sending serial commands, making the system very flexible</a:t>
            </a:r>
            <a:endParaRPr lang="it-IT" dirty="0"/>
          </a:p>
        </p:txBody>
      </p:sp>
      <p:sp>
        <p:nvSpPr>
          <p:cNvPr id="4" name="Segnaposto numero diapositiva 3"/>
          <p:cNvSpPr>
            <a:spLocks noGrp="1"/>
          </p:cNvSpPr>
          <p:nvPr>
            <p:ph type="sldNum" sz="quarter" idx="5"/>
          </p:nvPr>
        </p:nvSpPr>
        <p:spPr/>
        <p:txBody>
          <a:bodyPr/>
          <a:lstStyle/>
          <a:p>
            <a:pPr rtl="0"/>
            <a:fld id="{8D942FC2-A162-47B3-989B-571A62414964}" type="slidenum">
              <a:rPr lang="en-GB" noProof="0" smtClean="0"/>
              <a:t>6</a:t>
            </a:fld>
            <a:endParaRPr lang="en-GB" noProof="0"/>
          </a:p>
        </p:txBody>
      </p:sp>
    </p:spTree>
    <p:extLst>
      <p:ext uri="{BB962C8B-B14F-4D97-AF65-F5344CB8AC3E}">
        <p14:creationId xmlns:p14="http://schemas.microsoft.com/office/powerpoint/2010/main" val="7308479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4581E-CD43-411F-B6F8-E5AFED4E59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642E37-90EB-93DB-A29B-6F391CF830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5661AA-5170-DC00-B831-08150960F493}"/>
              </a:ext>
            </a:extLst>
          </p:cNvPr>
          <p:cNvSpPr>
            <a:spLocks noGrp="1"/>
          </p:cNvSpPr>
          <p:nvPr>
            <p:ph type="body" idx="1"/>
          </p:nvPr>
        </p:nvSpPr>
        <p:spPr/>
        <p:txBody>
          <a:bodyPr/>
          <a:lstStyle/>
          <a:p>
            <a:endParaRPr lang="en-GB" dirty="0"/>
          </a:p>
          <a:p>
            <a:r>
              <a:rPr lang="it-IT" dirty="0"/>
              <a:t>un sensore di flusso d'aria, produce segnali elettrici (tensioni) molto deboli. sono così deboli che non permettono di misurare in modo affidabile quanto flusso d'aria sta passando.</a:t>
            </a:r>
            <a:endParaRPr lang="en-GB" dirty="0"/>
          </a:p>
          <a:p>
            <a:r>
              <a:rPr lang="it-IT" dirty="0"/>
              <a:t>Per di più, per evitare di rovinare una pompa dell'aria usata nell'esperimento, il flusso massimo è stato limitato, rendendo le variazioni di tensione ancora più piccole di quanto previsto dal produttore (15 </a:t>
            </a:r>
            <a:r>
              <a:rPr lang="it-IT" dirty="0" err="1"/>
              <a:t>mV</a:t>
            </a:r>
            <a:r>
              <a:rPr lang="it-IT" dirty="0"/>
              <a:t>).</a:t>
            </a:r>
          </a:p>
          <a:p>
            <a:endParaRPr lang="it-IT" dirty="0"/>
          </a:p>
          <a:p>
            <a:r>
              <a:rPr lang="it-IT" b="1" dirty="0"/>
              <a:t>i segnali grezzi del sensore sono troppo deboli per capire se c'è flusso d'aria e quanto è grande.</a:t>
            </a:r>
          </a:p>
          <a:p>
            <a:r>
              <a:rPr lang="it-IT" dirty="0"/>
              <a:t>Per risolvere questo problema, è stato necessario usare un </a:t>
            </a:r>
            <a:r>
              <a:rPr lang="it-IT" b="1" dirty="0"/>
              <a:t>amplificatore differenziale</a:t>
            </a:r>
            <a:r>
              <a:rPr lang="it-IT" dirty="0"/>
              <a:t>. </a:t>
            </a:r>
          </a:p>
          <a:p>
            <a:endParaRPr lang="it-IT" dirty="0"/>
          </a:p>
          <a:p>
            <a:r>
              <a:rPr lang="it-IT" dirty="0"/>
              <a:t>L'amplificatore differenziale fa proprio questo: prende due segnali in ingresso (uno da TP1 e uno da TP2) e amplifica la </a:t>
            </a:r>
            <a:r>
              <a:rPr lang="it-IT" b="1" dirty="0"/>
              <a:t>differenza</a:t>
            </a:r>
            <a:r>
              <a:rPr lang="it-IT" dirty="0"/>
              <a:t> tra di essi, ignorando le tensioni comuni a entrambi</a:t>
            </a:r>
          </a:p>
          <a:p>
            <a:endParaRPr lang="it-IT" dirty="0"/>
          </a:p>
          <a:p>
            <a:r>
              <a:rPr lang="it-IT" dirty="0"/>
              <a:t>È stato scelto un chip specifico, il </a:t>
            </a:r>
            <a:r>
              <a:rPr lang="it-IT" b="1" dirty="0"/>
              <a:t>Texas Instruments INA128P</a:t>
            </a:r>
          </a:p>
          <a:p>
            <a:r>
              <a:rPr lang="it-IT" dirty="0"/>
              <a:t>Questo amplificatore ha una caratteristica molto utile: il suo </a:t>
            </a:r>
            <a:r>
              <a:rPr lang="it-IT" b="1" dirty="0"/>
              <a:t>guadagno</a:t>
            </a:r>
            <a:r>
              <a:rPr lang="it-IT" dirty="0"/>
              <a:t> (cioè quanto amplifica il segnale) può essere regolato con un solo resistore esterno.</a:t>
            </a:r>
          </a:p>
          <a:p>
            <a:r>
              <a:rPr lang="it-IT" dirty="0"/>
              <a:t>C'è una formula fornita dal produttore. L'amplificatore ha una resistenza interna fissa (50 </a:t>
            </a:r>
            <a:r>
              <a:rPr lang="it-IT" dirty="0" err="1"/>
              <a:t>kΩ</a:t>
            </a:r>
            <a:r>
              <a:rPr lang="it-IT" dirty="0"/>
              <a:t>), e il guadagno cambia in base alla resistenza che colleghi tra i pin 1 e 8.</a:t>
            </a:r>
          </a:p>
          <a:p>
            <a:r>
              <a:rPr lang="it-IT" dirty="0"/>
              <a:t>Per regolare con precisione il guadagno, è stato usato un </a:t>
            </a:r>
            <a:r>
              <a:rPr lang="it-IT" b="1" dirty="0"/>
              <a:t>potenziometro</a:t>
            </a:r>
          </a:p>
          <a:p>
            <a:r>
              <a:rPr lang="it-IT" dirty="0"/>
              <a:t>il potenziometro è stato collegato ai pin 1 e 8 dell'INA128P.</a:t>
            </a:r>
          </a:p>
          <a:p>
            <a:r>
              <a:rPr lang="it-IT" dirty="0"/>
              <a:t>È stato regolato per avere una </a:t>
            </a:r>
            <a:r>
              <a:rPr lang="it-IT" b="1" dirty="0"/>
              <a:t>resistenza di guadagno di 100 Ω</a:t>
            </a:r>
            <a:r>
              <a:rPr lang="it-IT" dirty="0"/>
              <a:t>.</a:t>
            </a:r>
          </a:p>
          <a:p>
            <a:r>
              <a:rPr lang="it-IT" dirty="0"/>
              <a:t>Con questa resistenza, il guadagno calcolato è di </a:t>
            </a:r>
            <a:r>
              <a:rPr lang="it-IT" b="1" dirty="0"/>
              <a:t>500</a:t>
            </a:r>
            <a:r>
              <a:rPr lang="it-IT" dirty="0"/>
              <a:t>.</a:t>
            </a:r>
          </a:p>
          <a:p>
            <a:r>
              <a:rPr lang="it-IT" dirty="0"/>
              <a:t>Questo significa che se la piccola differenza di tensione tra le due termopile è di pochi millivolt, dopo l'amplificazione sarà di </a:t>
            </a:r>
            <a:r>
              <a:rPr lang="it-IT" b="1" dirty="0"/>
              <a:t>centinaia di millivolt</a:t>
            </a:r>
            <a:r>
              <a:rPr lang="it-IT" dirty="0"/>
              <a:t>, un segnale molto più facile da misurare e analizzare.</a:t>
            </a:r>
          </a:p>
          <a:p>
            <a:endParaRPr lang="it-IT" dirty="0"/>
          </a:p>
          <a:p>
            <a:endParaRPr lang="it-IT" dirty="0"/>
          </a:p>
          <a:p>
            <a:r>
              <a:rPr lang="it-IT" dirty="0"/>
              <a:t>DAQ</a:t>
            </a:r>
          </a:p>
          <a:p>
            <a:endParaRPr lang="it-IT" dirty="0"/>
          </a:p>
          <a:p>
            <a:r>
              <a:rPr lang="it-IT" dirty="0"/>
              <a:t>8 ingressi </a:t>
            </a:r>
            <a:r>
              <a:rPr lang="it-IT" dirty="0" err="1"/>
              <a:t>analogigi</a:t>
            </a:r>
            <a:endParaRPr lang="it-IT" dirty="0"/>
          </a:p>
          <a:p>
            <a:r>
              <a:rPr lang="it-IT" dirty="0"/>
              <a:t>2 uscite analogici ci sono anche DAC</a:t>
            </a:r>
          </a:p>
          <a:p>
            <a:r>
              <a:rPr lang="it-IT" dirty="0"/>
              <a:t>12 I/0 digitali</a:t>
            </a:r>
          </a:p>
          <a:p>
            <a:r>
              <a:rPr lang="it-IT" dirty="0"/>
              <a:t>12 bit </a:t>
            </a:r>
            <a:r>
              <a:rPr lang="it-IT" dirty="0" err="1"/>
              <a:t>dirisoluzone</a:t>
            </a:r>
            <a:r>
              <a:rPr lang="it-IT" dirty="0"/>
              <a:t> </a:t>
            </a:r>
            <a:r>
              <a:rPr lang="it-IT" dirty="0" err="1"/>
              <a:t>adc</a:t>
            </a:r>
            <a:endParaRPr lang="it-IT" dirty="0"/>
          </a:p>
          <a:p>
            <a:r>
              <a:rPr lang="it-IT" dirty="0"/>
              <a:t>Alimentatore via usb nessun alimentatore esterno</a:t>
            </a:r>
          </a:p>
          <a:p>
            <a:r>
              <a:rPr lang="it-IT" dirty="0"/>
              <a:t>Contatore a 32 bit</a:t>
            </a:r>
          </a:p>
          <a:p>
            <a:r>
              <a:rPr lang="en-GB" dirty="0" err="1"/>
              <a:t>Fornisce</a:t>
            </a:r>
            <a:r>
              <a:rPr lang="en-GB" dirty="0"/>
              <a:t> </a:t>
            </a:r>
            <a:r>
              <a:rPr lang="en-GB" dirty="0" err="1"/>
              <a:t>acnhe</a:t>
            </a:r>
            <a:r>
              <a:rPr lang="en-GB" dirty="0"/>
              <a:t> dell </a:t>
            </a:r>
            <a:r>
              <a:rPr lang="en-GB" dirty="0" err="1"/>
              <a:t>uscite</a:t>
            </a:r>
            <a:r>
              <a:rPr lang="en-GB" dirty="0"/>
              <a:t> di </a:t>
            </a:r>
            <a:r>
              <a:rPr lang="en-GB" dirty="0" err="1"/>
              <a:t>alimentazione</a:t>
            </a:r>
            <a:r>
              <a:rPr lang="en-GB" dirty="0"/>
              <a:t> 5V e 2.5 V</a:t>
            </a:r>
          </a:p>
        </p:txBody>
      </p:sp>
      <p:sp>
        <p:nvSpPr>
          <p:cNvPr id="4" name="Slide Number Placeholder 3">
            <a:extLst>
              <a:ext uri="{FF2B5EF4-FFF2-40B4-BE49-F238E27FC236}">
                <a16:creationId xmlns:a16="http://schemas.microsoft.com/office/drawing/2014/main" id="{149BDE6F-01DC-7AF3-BEF1-AF458B999A6F}"/>
              </a:ext>
            </a:extLst>
          </p:cNvPr>
          <p:cNvSpPr>
            <a:spLocks noGrp="1"/>
          </p:cNvSpPr>
          <p:nvPr>
            <p:ph type="sldNum" sz="quarter" idx="5"/>
          </p:nvPr>
        </p:nvSpPr>
        <p:spPr/>
        <p:txBody>
          <a:bodyPr/>
          <a:lstStyle/>
          <a:p>
            <a:pPr rtl="0"/>
            <a:fld id="{8D942FC2-A162-47B3-989B-571A62414964}" type="slidenum">
              <a:rPr lang="en-GB" noProof="0" smtClean="0"/>
              <a:t>7</a:t>
            </a:fld>
            <a:endParaRPr lang="en-GB" noProof="0"/>
          </a:p>
        </p:txBody>
      </p:sp>
    </p:spTree>
    <p:extLst>
      <p:ext uri="{BB962C8B-B14F-4D97-AF65-F5344CB8AC3E}">
        <p14:creationId xmlns:p14="http://schemas.microsoft.com/office/powerpoint/2010/main" val="38442890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rtl="0"/>
            <a:r>
              <a:rPr lang="en-GB" dirty="0" err="1"/>
              <a:t>Entrambi</a:t>
            </a:r>
            <a:r>
              <a:rPr lang="en-GB" dirty="0"/>
              <a:t>  I </a:t>
            </a:r>
            <a:r>
              <a:rPr lang="en-GB" dirty="0" err="1"/>
              <a:t>sensori</a:t>
            </a:r>
            <a:r>
              <a:rPr lang="en-GB" dirty="0"/>
              <a:t> di </a:t>
            </a:r>
            <a:r>
              <a:rPr lang="en-GB" dirty="0" err="1"/>
              <a:t>flusso</a:t>
            </a:r>
            <a:r>
              <a:rPr lang="en-GB" dirty="0"/>
              <a:t> sono </a:t>
            </a:r>
            <a:r>
              <a:rPr lang="en-GB" dirty="0" err="1"/>
              <a:t>progettati</a:t>
            </a:r>
            <a:r>
              <a:rPr lang="en-GB" dirty="0"/>
              <a:t> per </a:t>
            </a:r>
            <a:r>
              <a:rPr lang="en-GB" dirty="0" err="1"/>
              <a:t>misurare</a:t>
            </a:r>
            <a:r>
              <a:rPr lang="en-GB" dirty="0"/>
              <a:t> la </a:t>
            </a:r>
            <a:r>
              <a:rPr lang="en-GB" dirty="0" err="1"/>
              <a:t>portata</a:t>
            </a:r>
            <a:r>
              <a:rPr lang="en-GB" dirty="0"/>
              <a:t> del </a:t>
            </a:r>
            <a:r>
              <a:rPr lang="en-GB" dirty="0" err="1"/>
              <a:t>flusso</a:t>
            </a:r>
            <a:r>
              <a:rPr lang="en-GB" dirty="0"/>
              <a:t> </a:t>
            </a:r>
            <a:r>
              <a:rPr lang="en-GB" dirty="0" err="1"/>
              <a:t>d’aria</a:t>
            </a:r>
            <a:r>
              <a:rPr lang="en-GB" dirty="0"/>
              <a:t> </a:t>
            </a:r>
            <a:r>
              <a:rPr lang="en-GB" dirty="0" err="1"/>
              <a:t>quindi</a:t>
            </a:r>
            <a:r>
              <a:rPr lang="en-GB" dirty="0"/>
              <a:t> la </a:t>
            </a:r>
            <a:r>
              <a:rPr lang="en-GB" dirty="0" err="1"/>
              <a:t>quantità</a:t>
            </a:r>
            <a:r>
              <a:rPr lang="en-GB" dirty="0"/>
              <a:t> di </a:t>
            </a:r>
            <a:r>
              <a:rPr lang="en-GB" dirty="0" err="1"/>
              <a:t>flusso</a:t>
            </a:r>
            <a:r>
              <a:rPr lang="en-GB" dirty="0"/>
              <a:t> </a:t>
            </a:r>
            <a:r>
              <a:rPr lang="en-GB" dirty="0" err="1"/>
              <a:t>d’aria</a:t>
            </a:r>
            <a:r>
              <a:rPr lang="en-GB" dirty="0"/>
              <a:t> </a:t>
            </a:r>
            <a:r>
              <a:rPr lang="en-GB" dirty="0" err="1"/>
              <a:t>nell’unità</a:t>
            </a:r>
            <a:r>
              <a:rPr lang="en-GB" dirty="0"/>
              <a:t> di tempo che attraverso la </a:t>
            </a:r>
            <a:r>
              <a:rPr lang="en-GB" dirty="0" err="1"/>
              <a:t>sezione</a:t>
            </a:r>
            <a:r>
              <a:rPr lang="en-GB" dirty="0"/>
              <a:t> </a:t>
            </a:r>
            <a:r>
              <a:rPr lang="en-GB" dirty="0" err="1"/>
              <a:t>trasversaledel</a:t>
            </a:r>
            <a:r>
              <a:rPr lang="en-GB" dirty="0"/>
              <a:t> </a:t>
            </a:r>
            <a:r>
              <a:rPr lang="en-GB" dirty="0" err="1"/>
              <a:t>tubo</a:t>
            </a:r>
            <a:r>
              <a:rPr lang="en-GB" dirty="0"/>
              <a:t> in PVC.  (mL/min). Per </a:t>
            </a:r>
            <a:r>
              <a:rPr lang="en-GB" dirty="0" err="1"/>
              <a:t>poterne</a:t>
            </a:r>
            <a:r>
              <a:rPr lang="en-GB" dirty="0"/>
              <a:t> </a:t>
            </a:r>
            <a:r>
              <a:rPr lang="en-GB" dirty="0" err="1"/>
              <a:t>determinare</a:t>
            </a:r>
            <a:r>
              <a:rPr lang="en-GB" dirty="0"/>
              <a:t> il </a:t>
            </a:r>
            <a:r>
              <a:rPr lang="en-GB" dirty="0" err="1"/>
              <a:t>valore</a:t>
            </a:r>
            <a:r>
              <a:rPr lang="en-GB" dirty="0"/>
              <a:t> </a:t>
            </a:r>
            <a:r>
              <a:rPr lang="en-GB" dirty="0" err="1"/>
              <a:t>sfruttano</a:t>
            </a:r>
            <a:r>
              <a:rPr lang="en-GB" dirty="0"/>
              <a:t> il principio del </a:t>
            </a:r>
            <a:r>
              <a:rPr lang="en-GB" dirty="0" err="1"/>
              <a:t>calorimetro</a:t>
            </a:r>
            <a:r>
              <a:rPr lang="en-GB" dirty="0"/>
              <a:t> secondo cui : un </a:t>
            </a:r>
            <a:r>
              <a:rPr lang="en-GB" dirty="0" err="1"/>
              <a:t>fluido</a:t>
            </a:r>
            <a:r>
              <a:rPr lang="en-GB" dirty="0"/>
              <a:t> in </a:t>
            </a:r>
            <a:r>
              <a:rPr lang="en-GB" dirty="0" err="1"/>
              <a:t>movimento</a:t>
            </a:r>
            <a:r>
              <a:rPr lang="en-GB" dirty="0"/>
              <a:t> </a:t>
            </a:r>
            <a:r>
              <a:rPr lang="en-GB" dirty="0" err="1"/>
              <a:t>trasporta</a:t>
            </a:r>
            <a:r>
              <a:rPr lang="en-GB" dirty="0"/>
              <a:t> </a:t>
            </a:r>
            <a:r>
              <a:rPr lang="en-GB" dirty="0" err="1"/>
              <a:t>calore</a:t>
            </a:r>
            <a:r>
              <a:rPr lang="en-GB" dirty="0"/>
              <a:t>:</a:t>
            </a:r>
          </a:p>
          <a:p>
            <a:pPr rtl="0"/>
            <a:endParaRPr lang="en-GB" dirty="0"/>
          </a:p>
          <a:p>
            <a:pPr rtl="0"/>
            <a:endParaRPr lang="en-GB" dirty="0"/>
          </a:p>
          <a:p>
            <a:pPr rtl="0"/>
            <a:r>
              <a:rPr lang="en-GB" dirty="0" err="1"/>
              <a:t>All’interno</a:t>
            </a:r>
            <a:r>
              <a:rPr lang="en-GB" dirty="0"/>
              <a:t> del </a:t>
            </a:r>
            <a:r>
              <a:rPr lang="en-GB" dirty="0" err="1"/>
              <a:t>sensore</a:t>
            </a:r>
            <a:r>
              <a:rPr lang="en-GB" dirty="0"/>
              <a:t> </a:t>
            </a:r>
            <a:r>
              <a:rPr lang="en-GB" dirty="0" err="1"/>
              <a:t>c’è</a:t>
            </a:r>
            <a:r>
              <a:rPr lang="en-GB" dirty="0"/>
              <a:t>: </a:t>
            </a:r>
          </a:p>
          <a:p>
            <a:pPr rtl="0"/>
            <a:r>
              <a:rPr lang="en-GB" dirty="0"/>
              <a:t>Un </a:t>
            </a:r>
            <a:r>
              <a:rPr lang="en-GB" dirty="0" err="1"/>
              <a:t>microriscaldatore</a:t>
            </a:r>
            <a:r>
              <a:rPr lang="en-GB" dirty="0"/>
              <a:t> (element </a:t>
            </a:r>
            <a:r>
              <a:rPr lang="en-GB" dirty="0" err="1"/>
              <a:t>riscaldatore</a:t>
            </a:r>
            <a:r>
              <a:rPr lang="en-GB" dirty="0"/>
              <a:t> che genera </a:t>
            </a:r>
            <a:r>
              <a:rPr lang="en-GB" dirty="0" err="1"/>
              <a:t>calore</a:t>
            </a:r>
            <a:r>
              <a:rPr lang="en-GB" dirty="0"/>
              <a:t>)</a:t>
            </a:r>
          </a:p>
          <a:p>
            <a:pPr rtl="0"/>
            <a:r>
              <a:rPr lang="en-GB" dirty="0"/>
              <a:t>Due </a:t>
            </a:r>
            <a:r>
              <a:rPr lang="it-IT" b="1" dirty="0"/>
              <a:t>termopile MEMS(</a:t>
            </a:r>
            <a:r>
              <a:rPr lang="it-IT" dirty="0"/>
              <a:t> che sono </a:t>
            </a:r>
            <a:r>
              <a:rPr lang="it-IT" b="1" dirty="0"/>
              <a:t>serie di termocoppie</a:t>
            </a:r>
            <a:r>
              <a:rPr lang="it-IT" dirty="0"/>
              <a:t> miniaturizzate.</a:t>
            </a:r>
            <a:r>
              <a:rPr lang="en-GB" dirty="0"/>
              <a:t>) </a:t>
            </a:r>
            <a:r>
              <a:rPr lang="en-GB" dirty="0" err="1"/>
              <a:t>una</a:t>
            </a:r>
            <a:r>
              <a:rPr lang="en-GB" dirty="0"/>
              <a:t> a monte del </a:t>
            </a:r>
            <a:r>
              <a:rPr lang="en-GB" dirty="0" err="1"/>
              <a:t>riscaldatore</a:t>
            </a:r>
            <a:r>
              <a:rPr lang="en-GB" dirty="0"/>
              <a:t> (dove </a:t>
            </a:r>
            <a:r>
              <a:rPr lang="en-GB" dirty="0" err="1"/>
              <a:t>entra</a:t>
            </a:r>
            <a:r>
              <a:rPr lang="en-GB" dirty="0"/>
              <a:t> </a:t>
            </a:r>
            <a:r>
              <a:rPr lang="en-GB" dirty="0" err="1"/>
              <a:t>flusso</a:t>
            </a:r>
            <a:r>
              <a:rPr lang="en-GB" dirty="0"/>
              <a:t>, prima) e </a:t>
            </a:r>
            <a:r>
              <a:rPr lang="en-GB" dirty="0" err="1"/>
              <a:t>una</a:t>
            </a:r>
            <a:r>
              <a:rPr lang="en-GB" dirty="0"/>
              <a:t> a </a:t>
            </a:r>
            <a:r>
              <a:rPr lang="en-GB" dirty="0" err="1"/>
              <a:t>valle</a:t>
            </a:r>
            <a:r>
              <a:rPr lang="en-GB" dirty="0"/>
              <a:t> (dopo </a:t>
            </a:r>
            <a:r>
              <a:rPr lang="en-GB" dirty="0" err="1"/>
              <a:t>riscaldatore</a:t>
            </a:r>
            <a:r>
              <a:rPr lang="en-GB" dirty="0"/>
              <a:t> da cui </a:t>
            </a:r>
            <a:r>
              <a:rPr lang="en-GB" dirty="0" err="1"/>
              <a:t>esce</a:t>
            </a:r>
            <a:r>
              <a:rPr lang="en-GB" dirty="0"/>
              <a:t> </a:t>
            </a:r>
            <a:r>
              <a:rPr lang="en-GB" dirty="0" err="1"/>
              <a:t>flusso</a:t>
            </a:r>
            <a:r>
              <a:rPr lang="en-GB" dirty="0"/>
              <a:t>).</a:t>
            </a:r>
          </a:p>
          <a:p>
            <a:pPr rtl="0"/>
            <a:endParaRPr lang="en-GB" dirty="0"/>
          </a:p>
          <a:p>
            <a:r>
              <a:rPr lang="it-IT" dirty="0"/>
              <a:t>Il riscaldatore centrale scalda l’area circostante il calore si distribuisce </a:t>
            </a:r>
            <a:r>
              <a:rPr lang="it-IT" b="1" dirty="0"/>
              <a:t>in modo simmetrico cioè </a:t>
            </a:r>
            <a:r>
              <a:rPr lang="it-IT" dirty="0"/>
              <a:t> due sensori di temperatura (T1 e T2) leggono </a:t>
            </a:r>
            <a:r>
              <a:rPr lang="it-IT" b="1" dirty="0"/>
              <a:t>temperature simili</a:t>
            </a:r>
            <a:r>
              <a:rPr lang="it-IT" dirty="0"/>
              <a:t>.</a:t>
            </a:r>
          </a:p>
          <a:p>
            <a:r>
              <a:rPr lang="it-IT" b="1" dirty="0"/>
              <a:t>Quando c’è flusso, </a:t>
            </a:r>
            <a:r>
              <a:rPr lang="it-IT" b="1" dirty="0" err="1"/>
              <a:t>qundo</a:t>
            </a:r>
            <a:r>
              <a:rPr lang="it-IT" b="1" dirty="0"/>
              <a:t> inizia a fluire il flusso , quest’ultimo trascina il calore</a:t>
            </a:r>
            <a:r>
              <a:rPr lang="it-IT" dirty="0"/>
              <a:t> nella direzione del flusso. Cosa succede?</a:t>
            </a:r>
          </a:p>
          <a:p>
            <a:r>
              <a:rPr lang="it-IT" dirty="0"/>
              <a:t>La termopila T1 (a monte) si raffredda di più,(fluido porta via calore) T2 (a valle) si scalda di più. (il calore si accumula lì))</a:t>
            </a:r>
          </a:p>
          <a:p>
            <a:r>
              <a:rPr lang="it-IT" dirty="0"/>
              <a:t>Si crea una </a:t>
            </a:r>
            <a:r>
              <a:rPr lang="it-IT" b="1" dirty="0"/>
              <a:t>differenza di temperatura</a:t>
            </a:r>
            <a:r>
              <a:rPr lang="it-IT" dirty="0"/>
              <a:t> ΔT = T2 - T1.</a:t>
            </a:r>
          </a:p>
          <a:p>
            <a:pPr rtl="0"/>
            <a:r>
              <a:rPr lang="it-IT" dirty="0"/>
              <a:t>La </a:t>
            </a:r>
            <a:r>
              <a:rPr lang="it-IT" b="1" dirty="0"/>
              <a:t>differenza di temperatura</a:t>
            </a:r>
            <a:r>
              <a:rPr lang="it-IT" dirty="0"/>
              <a:t> generata dal flusso crea una </a:t>
            </a:r>
            <a:r>
              <a:rPr lang="it-IT" b="1" dirty="0"/>
              <a:t>differenza di potenziale</a:t>
            </a:r>
            <a:r>
              <a:rPr lang="it-IT" dirty="0"/>
              <a:t> per effetto </a:t>
            </a:r>
            <a:r>
              <a:rPr lang="it-IT" dirty="0" err="1"/>
              <a:t>Seebeck</a:t>
            </a:r>
            <a:r>
              <a:rPr lang="it-IT" dirty="0"/>
              <a:t>.</a:t>
            </a:r>
          </a:p>
          <a:p>
            <a:pPr rtl="0"/>
            <a:r>
              <a:rPr lang="it-IT" dirty="0"/>
              <a:t>Questa </a:t>
            </a:r>
            <a:r>
              <a:rPr lang="it-IT" b="1" dirty="0"/>
              <a:t>differenza di tensione</a:t>
            </a:r>
            <a:r>
              <a:rPr lang="it-IT" dirty="0"/>
              <a:t> VVV è </a:t>
            </a:r>
            <a:r>
              <a:rPr lang="it-IT" b="1" dirty="0"/>
              <a:t>direttamente proporzionale alla differenza di temperatura</a:t>
            </a:r>
            <a:r>
              <a:rPr lang="it-IT" dirty="0"/>
              <a:t>, e quindi al </a:t>
            </a:r>
            <a:r>
              <a:rPr lang="it-IT" b="1" dirty="0"/>
              <a:t>flusso del fluido</a:t>
            </a:r>
            <a:r>
              <a:rPr lang="it-IT" dirty="0"/>
              <a:t>.</a:t>
            </a:r>
          </a:p>
          <a:p>
            <a:pPr rtl="0"/>
            <a:endParaRPr lang="it-IT" dirty="0"/>
          </a:p>
          <a:p>
            <a:pPr rtl="0"/>
            <a:r>
              <a:rPr lang="it-IT" dirty="0"/>
              <a:t>Nonostante siano simili nel loro principio di funzionamento generano due segnali diversi:</a:t>
            </a:r>
          </a:p>
          <a:p>
            <a:pPr rtl="0"/>
            <a:r>
              <a:rPr lang="it-IT" dirty="0"/>
              <a:t>- Il sensore FS_1012 genera un segnale di </a:t>
            </a:r>
            <a:r>
              <a:rPr lang="it-IT" dirty="0" err="1"/>
              <a:t>tensiona</a:t>
            </a:r>
            <a:r>
              <a:rPr lang="it-IT" dirty="0"/>
              <a:t> continua che varia con la portata , genera un’ uscita analogica  mentre il sensore 2012 invia dati </a:t>
            </a:r>
            <a:r>
              <a:rPr lang="it-IT" dirty="0" err="1"/>
              <a:t>gia</a:t>
            </a:r>
            <a:r>
              <a:rPr lang="it-IT" dirty="0"/>
              <a:t> convertiti in numeri digitali  </a:t>
            </a:r>
            <a:r>
              <a:rPr lang="it-IT" dirty="0" err="1"/>
              <a:t>quindii</a:t>
            </a:r>
            <a:r>
              <a:rPr lang="it-IT" dirty="0"/>
              <a:t> genera un segnale digitale</a:t>
            </a:r>
            <a:endParaRPr lang="en-GB" dirty="0"/>
          </a:p>
        </p:txBody>
      </p:sp>
      <p:sp>
        <p:nvSpPr>
          <p:cNvPr id="4" name="Slide Number Placeholder 3"/>
          <p:cNvSpPr>
            <a:spLocks noGrp="1"/>
          </p:cNvSpPr>
          <p:nvPr>
            <p:ph type="sldNum" sz="quarter" idx="5"/>
          </p:nvPr>
        </p:nvSpPr>
        <p:spPr/>
        <p:txBody>
          <a:bodyPr rtlCol="0"/>
          <a:lstStyle/>
          <a:p>
            <a:pPr rtl="0"/>
            <a:fld id="{8D942FC2-A162-47B3-989B-571A62414964}" type="slidenum">
              <a:rPr lang="en-GB" smtClean="0"/>
              <a:t>8</a:t>
            </a:fld>
            <a:endParaRPr lang="en-GB"/>
          </a:p>
        </p:txBody>
      </p:sp>
    </p:spTree>
    <p:extLst>
      <p:ext uri="{BB962C8B-B14F-4D97-AF65-F5344CB8AC3E}">
        <p14:creationId xmlns:p14="http://schemas.microsoft.com/office/powerpoint/2010/main" val="13486217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rtl="0"/>
            <a:fld id="{8D942FC2-A162-47B3-989B-571A62414964}" type="slidenum">
              <a:rPr lang="en-GB" smtClean="0"/>
              <a:t>9</a:t>
            </a:fld>
            <a:endParaRPr lang="en-GB"/>
          </a:p>
        </p:txBody>
      </p:sp>
    </p:spTree>
    <p:extLst>
      <p:ext uri="{BB962C8B-B14F-4D97-AF65-F5344CB8AC3E}">
        <p14:creationId xmlns:p14="http://schemas.microsoft.com/office/powerpoint/2010/main" val="12349916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8D942FC2-A162-47B3-989B-571A62414964}" type="slidenum">
              <a:rPr lang="en-GB" noProof="0" smtClean="0"/>
              <a:t>10</a:t>
            </a:fld>
            <a:endParaRPr lang="en-GB" noProof="0"/>
          </a:p>
        </p:txBody>
      </p:sp>
    </p:spTree>
    <p:extLst>
      <p:ext uri="{BB962C8B-B14F-4D97-AF65-F5344CB8AC3E}">
        <p14:creationId xmlns:p14="http://schemas.microsoft.com/office/powerpoint/2010/main" val="22629151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8D942FC2-A162-47B3-989B-571A62414964}" type="slidenum">
              <a:rPr lang="en-GB" smtClean="0"/>
              <a:t>11</a:t>
            </a:fld>
            <a:endParaRPr lang="en-GB"/>
          </a:p>
        </p:txBody>
      </p:sp>
    </p:spTree>
    <p:extLst>
      <p:ext uri="{BB962C8B-B14F-4D97-AF65-F5344CB8AC3E}">
        <p14:creationId xmlns:p14="http://schemas.microsoft.com/office/powerpoint/2010/main" val="4473147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Verrano </a:t>
            </a:r>
            <a:r>
              <a:rPr lang="en-GB" dirty="0" err="1"/>
              <a:t>presentati</a:t>
            </a:r>
            <a:r>
              <a:rPr lang="en-GB" dirty="0"/>
              <a:t> </a:t>
            </a:r>
            <a:r>
              <a:rPr lang="en-GB" dirty="0" err="1"/>
              <a:t>i</a:t>
            </a:r>
            <a:r>
              <a:rPr lang="en-GB" dirty="0"/>
              <a:t> </a:t>
            </a:r>
            <a:r>
              <a:rPr lang="en-GB" dirty="0" err="1"/>
              <a:t>risultati</a:t>
            </a:r>
            <a:r>
              <a:rPr lang="en-GB" dirty="0"/>
              <a:t> </a:t>
            </a:r>
            <a:r>
              <a:rPr lang="en-GB" dirty="0" err="1"/>
              <a:t>ottenuti</a:t>
            </a:r>
            <a:r>
              <a:rPr lang="en-GB" dirty="0"/>
              <a:t>  </a:t>
            </a:r>
            <a:r>
              <a:rPr lang="en-GB" dirty="0" err="1"/>
              <a:t>durante</a:t>
            </a:r>
            <a:r>
              <a:rPr lang="en-GB" dirty="0"/>
              <a:t> la </a:t>
            </a:r>
            <a:r>
              <a:rPr lang="en-GB" dirty="0" err="1"/>
              <a:t>procedura</a:t>
            </a:r>
            <a:r>
              <a:rPr lang="en-GB" dirty="0"/>
              <a:t> di </a:t>
            </a:r>
            <a:r>
              <a:rPr lang="en-GB" dirty="0" err="1"/>
              <a:t>analisi</a:t>
            </a:r>
            <a:r>
              <a:rPr lang="en-GB" dirty="0"/>
              <a:t>  del set di </a:t>
            </a:r>
            <a:r>
              <a:rPr lang="en-GB" dirty="0" err="1"/>
              <a:t>dati</a:t>
            </a:r>
            <a:r>
              <a:rPr lang="en-GB" dirty="0"/>
              <a:t> di </a:t>
            </a:r>
            <a:r>
              <a:rPr lang="en-GB" dirty="0" err="1"/>
              <a:t>calibrazione</a:t>
            </a:r>
            <a:endParaRPr lang="en-GB" dirty="0"/>
          </a:p>
          <a:p>
            <a:endParaRPr lang="en-GB" dirty="0"/>
          </a:p>
          <a:p>
            <a:r>
              <a:rPr lang="en-GB" dirty="0"/>
              <a:t> Dopo aver </a:t>
            </a:r>
            <a:r>
              <a:rPr lang="en-GB" dirty="0" err="1"/>
              <a:t>convalidato</a:t>
            </a:r>
            <a:r>
              <a:rPr lang="en-GB" dirty="0"/>
              <a:t> I 200 </a:t>
            </a:r>
            <a:r>
              <a:rPr lang="en-GB" dirty="0" err="1"/>
              <a:t>campioni</a:t>
            </a:r>
            <a:r>
              <a:rPr lang="en-GB" dirty="0"/>
              <a:t>   per ogni  punto  </a:t>
            </a:r>
            <a:r>
              <a:rPr lang="en-GB" dirty="0" err="1"/>
              <a:t>testato</a:t>
            </a:r>
            <a:r>
              <a:rPr lang="en-GB" dirty="0"/>
              <a:t>(</a:t>
            </a:r>
            <a:r>
              <a:rPr lang="en-GB" dirty="0" err="1"/>
              <a:t>valore</a:t>
            </a:r>
            <a:r>
              <a:rPr lang="en-GB" dirty="0"/>
              <a:t>  di Corrente che ha </a:t>
            </a:r>
            <a:r>
              <a:rPr lang="en-GB" dirty="0" err="1"/>
              <a:t>generato</a:t>
            </a:r>
            <a:r>
              <a:rPr lang="en-GB" dirty="0"/>
              <a:t> un </a:t>
            </a:r>
            <a:r>
              <a:rPr lang="en-GB" dirty="0" err="1"/>
              <a:t>determinato</a:t>
            </a:r>
            <a:r>
              <a:rPr lang="en-GB" dirty="0"/>
              <a:t> </a:t>
            </a:r>
            <a:r>
              <a:rPr lang="en-GB" dirty="0" err="1"/>
              <a:t>flusso</a:t>
            </a:r>
            <a:r>
              <a:rPr lang="en-GB" dirty="0"/>
              <a:t> . </a:t>
            </a:r>
            <a:r>
              <a:rPr lang="en-GB" dirty="0" err="1"/>
              <a:t>Quinidi</a:t>
            </a:r>
            <a:r>
              <a:rPr lang="en-GB" dirty="0"/>
              <a:t> 200 </a:t>
            </a:r>
            <a:r>
              <a:rPr lang="en-GB" dirty="0" err="1"/>
              <a:t>campioni</a:t>
            </a:r>
            <a:r>
              <a:rPr lang="en-GB" dirty="0"/>
              <a:t> per </a:t>
            </a:r>
            <a:r>
              <a:rPr lang="en-GB" dirty="0" err="1"/>
              <a:t>analogico</a:t>
            </a:r>
            <a:r>
              <a:rPr lang="en-GB" dirty="0"/>
              <a:t> e </a:t>
            </a:r>
            <a:r>
              <a:rPr lang="en-GB" dirty="0" err="1"/>
              <a:t>digitale</a:t>
            </a:r>
            <a:r>
              <a:rPr lang="en-GB" dirty="0"/>
              <a:t> )</a:t>
            </a:r>
          </a:p>
          <a:p>
            <a:r>
              <a:rPr lang="en-GB" dirty="0" err="1"/>
              <a:t>Abbiamo</a:t>
            </a:r>
            <a:r>
              <a:rPr lang="en-GB" dirty="0"/>
              <a:t> 13 valori di Corrente  </a:t>
            </a:r>
            <a:r>
              <a:rPr lang="en-GB" dirty="0" err="1"/>
              <a:t>Quindi</a:t>
            </a:r>
            <a:r>
              <a:rPr lang="en-GB" dirty="0"/>
              <a:t> </a:t>
            </a:r>
            <a:r>
              <a:rPr lang="en-GB" dirty="0" err="1"/>
              <a:t>abbiamo</a:t>
            </a:r>
            <a:r>
              <a:rPr lang="en-GB" dirty="0"/>
              <a:t> 8 dataset(salita1, salita2, discea1, discesa2 per </a:t>
            </a:r>
            <a:r>
              <a:rPr lang="en-GB" dirty="0" err="1"/>
              <a:t>entrambi</a:t>
            </a:r>
            <a:r>
              <a:rPr lang="en-GB" dirty="0"/>
              <a:t> </a:t>
            </a:r>
            <a:r>
              <a:rPr lang="en-GB" dirty="0" err="1"/>
              <a:t>Ii</a:t>
            </a:r>
            <a:r>
              <a:rPr lang="en-GB" dirty="0"/>
              <a:t> </a:t>
            </a:r>
            <a:r>
              <a:rPr lang="en-GB" dirty="0" err="1"/>
              <a:t>sensori</a:t>
            </a:r>
            <a:r>
              <a:rPr lang="en-GB" dirty="0"/>
              <a:t>)  e ogni dataset ha 13 </a:t>
            </a:r>
            <a:r>
              <a:rPr lang="en-GB" dirty="0" err="1"/>
              <a:t>colonne</a:t>
            </a:r>
            <a:r>
              <a:rPr lang="en-GB" dirty="0"/>
              <a:t> e ogni Colonna è </a:t>
            </a:r>
            <a:r>
              <a:rPr lang="en-GB" dirty="0" err="1"/>
              <a:t>composta</a:t>
            </a:r>
            <a:r>
              <a:rPr lang="en-GB" dirty="0"/>
              <a:t> da 200 </a:t>
            </a:r>
            <a:r>
              <a:rPr lang="en-GB" dirty="0" err="1"/>
              <a:t>righe</a:t>
            </a:r>
            <a:r>
              <a:rPr lang="en-GB" dirty="0"/>
              <a:t>.  Per ogni Colonna </a:t>
            </a:r>
            <a:r>
              <a:rPr lang="en-GB" dirty="0" err="1"/>
              <a:t>facciamo</a:t>
            </a:r>
            <a:r>
              <a:rPr lang="en-GB" dirty="0"/>
              <a:t> la media </a:t>
            </a:r>
            <a:r>
              <a:rPr lang="en-GB" dirty="0" err="1"/>
              <a:t>quindi</a:t>
            </a:r>
            <a:r>
              <a:rPr lang="en-GB" dirty="0"/>
              <a:t> </a:t>
            </a:r>
            <a:r>
              <a:rPr lang="en-GB" dirty="0" err="1"/>
              <a:t>avremo</a:t>
            </a:r>
            <a:r>
              <a:rPr lang="en-GB" dirty="0"/>
              <a:t> 13 </a:t>
            </a:r>
            <a:r>
              <a:rPr lang="en-GB" dirty="0" err="1"/>
              <a:t>medie</a:t>
            </a:r>
            <a:r>
              <a:rPr lang="en-GB" dirty="0"/>
              <a:t> ,  </a:t>
            </a:r>
            <a:r>
              <a:rPr lang="en-GB" dirty="0" err="1"/>
              <a:t>valore</a:t>
            </a:r>
            <a:r>
              <a:rPr lang="en-GB" dirty="0"/>
              <a:t> </a:t>
            </a:r>
            <a:r>
              <a:rPr lang="en-GB" dirty="0" err="1"/>
              <a:t>atteso</a:t>
            </a:r>
            <a:r>
              <a:rPr lang="en-GB" dirty="0"/>
              <a:t> (</a:t>
            </a:r>
            <a:r>
              <a:rPr lang="en-GB" dirty="0" err="1"/>
              <a:t>tensione</a:t>
            </a:r>
            <a:r>
              <a:rPr lang="en-GB" dirty="0"/>
              <a:t> del </a:t>
            </a:r>
            <a:r>
              <a:rPr lang="en-GB" dirty="0" err="1"/>
              <a:t>sensore</a:t>
            </a:r>
            <a:r>
              <a:rPr lang="en-GB" dirty="0"/>
              <a:t> </a:t>
            </a:r>
            <a:r>
              <a:rPr lang="en-GB" dirty="0" err="1"/>
              <a:t>analogico</a:t>
            </a:r>
            <a:r>
              <a:rPr lang="en-GB" dirty="0"/>
              <a:t>) con la </a:t>
            </a:r>
            <a:r>
              <a:rPr lang="en-GB" dirty="0" err="1"/>
              <a:t>sua</a:t>
            </a:r>
            <a:r>
              <a:rPr lang="en-GB" dirty="0"/>
              <a:t> </a:t>
            </a:r>
            <a:r>
              <a:rPr lang="en-GB" dirty="0" err="1"/>
              <a:t>deviazione</a:t>
            </a:r>
            <a:r>
              <a:rPr lang="en-GB" dirty="0"/>
              <a:t> standard con la </a:t>
            </a:r>
            <a:r>
              <a:rPr lang="en-GB" dirty="0" err="1"/>
              <a:t>rispetiva</a:t>
            </a:r>
            <a:r>
              <a:rPr lang="en-GB" dirty="0"/>
              <a:t> </a:t>
            </a:r>
            <a:r>
              <a:rPr lang="en-GB" dirty="0" err="1"/>
              <a:t>incertezza</a:t>
            </a:r>
            <a:endParaRPr lang="en-GB" dirty="0"/>
          </a:p>
          <a:p>
            <a:endParaRPr lang="en-GB" dirty="0"/>
          </a:p>
          <a:p>
            <a:r>
              <a:rPr lang="it-IT" dirty="0"/>
              <a:t>Dopo l'acquisizione, per ogni dataset (fase ascendente e discendente) e per entrambi i sensori, vengono calcolati i </a:t>
            </a:r>
            <a:r>
              <a:rPr lang="it-IT" b="1" dirty="0"/>
              <a:t>valori attesi ($\</a:t>
            </a:r>
            <a:r>
              <a:rPr lang="it-IT" b="1" dirty="0" err="1"/>
              <a:t>Phi</a:t>
            </a:r>
            <a:r>
              <a:rPr lang="it-IT" b="1" dirty="0"/>
              <a:t>̄$)</a:t>
            </a:r>
            <a:r>
              <a:rPr lang="it-IT" dirty="0"/>
              <a:t> e le </a:t>
            </a:r>
            <a:r>
              <a:rPr lang="it-IT" b="1" dirty="0"/>
              <a:t>deviazioni standard ($\sigma\</a:t>
            </a:r>
            <a:r>
              <a:rPr lang="it-IT" b="1" dirty="0" err="1"/>
              <a:t>Phi</a:t>
            </a:r>
            <a:r>
              <a:rPr lang="it-IT" b="1" dirty="0"/>
              <a:t>$)</a:t>
            </a:r>
            <a:r>
              <a:rPr lang="it-IT" dirty="0"/>
              <a:t> delle misurazioni per ciascun punto operativo</a:t>
            </a:r>
          </a:p>
          <a:p>
            <a:endParaRPr lang="en-GB" dirty="0"/>
          </a:p>
          <a:p>
            <a:r>
              <a:rPr lang="it-IT" dirty="0"/>
              <a:t>quindi dopo aver acquisito e memorizzato tutti gli 8 dataset un </a:t>
            </a:r>
            <a:r>
              <a:rPr lang="it-IT" dirty="0" err="1"/>
              <a:t>passso</a:t>
            </a:r>
            <a:r>
              <a:rPr lang="it-IT" dirty="0"/>
              <a:t> </a:t>
            </a:r>
            <a:r>
              <a:rPr lang="it-IT" dirty="0" err="1"/>
              <a:t>findamentale</a:t>
            </a:r>
            <a:r>
              <a:rPr lang="it-IT" dirty="0"/>
              <a:t> per la procedura di calibrazione è verificare se le misurazioni sono </a:t>
            </a:r>
            <a:r>
              <a:rPr lang="it-IT" dirty="0" err="1"/>
              <a:t>affete</a:t>
            </a:r>
            <a:r>
              <a:rPr lang="it-IT" dirty="0"/>
              <a:t> da comportamento isterico quindi si deve confronta la </a:t>
            </a:r>
            <a:r>
              <a:rPr lang="it-IT" dirty="0" err="1"/>
              <a:t>devizaione</a:t>
            </a:r>
            <a:r>
              <a:rPr lang="it-IT" dirty="0"/>
              <a:t> massima con la</a:t>
            </a:r>
          </a:p>
          <a:p>
            <a:endParaRPr lang="en-GB" dirty="0"/>
          </a:p>
          <a:p>
            <a:r>
              <a:rPr lang="it-IT" b="1" dirty="0" err="1"/>
              <a:t>os'è</a:t>
            </a:r>
            <a:r>
              <a:rPr lang="it-IT" b="1" dirty="0"/>
              <a:t> l'Isteresi?</a:t>
            </a:r>
            <a:r>
              <a:rPr lang="it-IT" dirty="0"/>
              <a:t> L'isteresi è una "non linearità critica" che indica un effetto "memoria" del sensore. Significa che l'output del sensore a un dato valore di input può essere diverso a seconda che quel valore sia stato raggiunto aumentando (rampa ascendente) o diminuendo (rampa discendente) l'input</a:t>
            </a:r>
          </a:p>
          <a:p>
            <a:endParaRPr lang="it-IT" dirty="0"/>
          </a:p>
          <a:p>
            <a:r>
              <a:rPr lang="it-IT" dirty="0"/>
              <a:t>L'isteresi è </a:t>
            </a:r>
            <a:r>
              <a:rPr lang="it-IT" b="1" dirty="0"/>
              <a:t>confermata (o considerata significativa)</a:t>
            </a:r>
            <a:r>
              <a:rPr lang="it-IT" dirty="0"/>
              <a:t> se la </a:t>
            </a:r>
            <a:r>
              <a:rPr lang="it-IT" b="1" dirty="0"/>
              <a:t>deviazione massima </a:t>
            </a:r>
            <a:r>
              <a:rPr lang="it-IT" dirty="0"/>
              <a:t>supera in modo significativo l'</a:t>
            </a:r>
            <a:r>
              <a:rPr lang="it-IT" b="1" dirty="0"/>
              <a:t>incertezza combinata </a:t>
            </a:r>
          </a:p>
          <a:p>
            <a:r>
              <a:rPr lang="it-IT" dirty="0"/>
              <a:t>In altre parole:</a:t>
            </a:r>
          </a:p>
          <a:p>
            <a:r>
              <a:rPr lang="it-IT" dirty="0"/>
              <a:t>    ◦ </a:t>
            </a:r>
            <a:r>
              <a:rPr lang="it-IT" b="1" dirty="0"/>
              <a:t>Se $\Delta_{max}$ è molto più grande di $U_{</a:t>
            </a:r>
            <a:r>
              <a:rPr lang="it-IT" b="1" dirty="0" err="1"/>
              <a:t>combined</a:t>
            </a:r>
            <a:r>
              <a:rPr lang="it-IT" b="1" dirty="0"/>
              <a:t>}$</a:t>
            </a:r>
            <a:r>
              <a:rPr lang="it-IT" dirty="0"/>
              <a:t>, allora le differenze osservate tra la curva ascendente e quella discendente non sono solo dovute al rumore o alla variabilità delle misurazioni, ma indicano un reale comportamento </a:t>
            </a:r>
            <a:r>
              <a:rPr lang="it-IT" dirty="0" err="1"/>
              <a:t>isteretico</a:t>
            </a:r>
            <a:r>
              <a:rPr lang="it-IT" dirty="0"/>
              <a:t> del sensore [106, </a:t>
            </a:r>
            <a:r>
              <a:rPr lang="it-IT" dirty="0" err="1"/>
              <a:t>Conversation</a:t>
            </a:r>
            <a:r>
              <a:rPr lang="it-IT" dirty="0"/>
              <a:t> History].</a:t>
            </a:r>
          </a:p>
          <a:p>
            <a:endParaRPr lang="it-IT" dirty="0"/>
          </a:p>
          <a:p>
            <a:endParaRPr lang="it-IT" dirty="0"/>
          </a:p>
          <a:p>
            <a:r>
              <a:rPr lang="it-IT" dirty="0"/>
              <a:t>Per il sensore </a:t>
            </a:r>
            <a:r>
              <a:rPr lang="it-IT" b="1" dirty="0"/>
              <a:t>FS-1012</a:t>
            </a:r>
            <a:r>
              <a:rPr lang="it-IT" dirty="0"/>
              <a:t>, la deviazione massima registrata tra due punti è di 63.2 </a:t>
            </a:r>
            <a:r>
              <a:rPr lang="it-IT" dirty="0" err="1"/>
              <a:t>mV</a:t>
            </a:r>
            <a:r>
              <a:rPr lang="it-IT" dirty="0"/>
              <a:t>, mentre l'incertezza combinata massima (calcolata con il metodo RSS) è di 1.74 </a:t>
            </a:r>
            <a:r>
              <a:rPr lang="it-IT" dirty="0" err="1"/>
              <a:t>mV</a:t>
            </a:r>
            <a:r>
              <a:rPr lang="it-IT" dirty="0"/>
              <a:t>. Poiché 63.2 </a:t>
            </a:r>
            <a:r>
              <a:rPr lang="it-IT" dirty="0" err="1"/>
              <a:t>mV</a:t>
            </a:r>
            <a:r>
              <a:rPr lang="it-IT" dirty="0"/>
              <a:t> è significativamente maggiore di 1.74 </a:t>
            </a:r>
            <a:r>
              <a:rPr lang="it-IT" dirty="0" err="1"/>
              <a:t>mV</a:t>
            </a:r>
            <a:r>
              <a:rPr lang="it-IT" dirty="0"/>
              <a:t>, questo </a:t>
            </a:r>
            <a:r>
              <a:rPr lang="it-IT" b="1" dirty="0"/>
              <a:t>indica la presenza di isteresi nel sistema</a:t>
            </a:r>
            <a:r>
              <a:rPr lang="it-IT" dirty="0"/>
              <a:t>.</a:t>
            </a:r>
          </a:p>
          <a:p>
            <a:r>
              <a:rPr lang="it-IT" dirty="0"/>
              <a:t>• Per il sensore </a:t>
            </a:r>
            <a:r>
              <a:rPr lang="it-IT" b="1" dirty="0"/>
              <a:t>FS-2012</a:t>
            </a:r>
            <a:r>
              <a:rPr lang="it-IT" dirty="0"/>
              <a:t>, la deviazione massima tra due punti è di 688 </a:t>
            </a:r>
            <a:r>
              <a:rPr lang="it-IT" dirty="0" err="1"/>
              <a:t>mL</a:t>
            </a:r>
            <a:r>
              <a:rPr lang="it-IT" dirty="0"/>
              <a:t>/min, e l'incertezza combinata massima è di 18.3 </a:t>
            </a:r>
            <a:r>
              <a:rPr lang="it-IT" dirty="0" err="1"/>
              <a:t>mL</a:t>
            </a:r>
            <a:r>
              <a:rPr lang="it-IT" dirty="0"/>
              <a:t>/min. Anche in questo caso, la grande differenza </a:t>
            </a:r>
            <a:r>
              <a:rPr lang="it-IT" b="1" dirty="0"/>
              <a:t>indica un comportamento </a:t>
            </a:r>
            <a:r>
              <a:rPr lang="it-IT" b="1" dirty="0" err="1"/>
              <a:t>isteretico</a:t>
            </a:r>
            <a:r>
              <a:rPr lang="it-IT" dirty="0"/>
              <a:t> per il sensore</a:t>
            </a:r>
          </a:p>
          <a:p>
            <a:endParaRPr lang="it-IT" dirty="0"/>
          </a:p>
          <a:p>
            <a:r>
              <a:rPr lang="it-IT" dirty="0"/>
              <a:t>La validazione numerica dell'isteresi implica il </a:t>
            </a:r>
            <a:r>
              <a:rPr lang="it-IT" b="1" dirty="0"/>
              <a:t>confronto delle medie degli output del sensore</a:t>
            </a:r>
            <a:r>
              <a:rPr lang="it-IT" dirty="0"/>
              <a:t> a valori di input corrispondenti nelle fasi ascendenti e discendenti</a:t>
            </a:r>
          </a:p>
          <a:p>
            <a:endParaRPr lang="it-IT" dirty="0"/>
          </a:p>
          <a:p>
            <a:r>
              <a:rPr lang="it-IT" dirty="0"/>
              <a:t>è un passaggio cruciale nella procedura di calibrazione proprio perché serve a </a:t>
            </a:r>
            <a:r>
              <a:rPr lang="it-IT" b="1" dirty="0"/>
              <a:t>verificare la presenza di isteresi</a:t>
            </a:r>
            <a:r>
              <a:rPr lang="it-IT" dirty="0"/>
              <a:t> nelle misurazioni dei sensori. Senza quantificare l'incertezza, sarebbe difficile stabilire se le differenze osservate tra le misurazioni in fase di salita e discesa siano dovute a un reale fenomeno di isteresi o semplicemente alla normale variabilità (rumore) delle misurazioni.</a:t>
            </a:r>
          </a:p>
          <a:p>
            <a:endParaRPr lang="it-IT" dirty="0"/>
          </a:p>
          <a:p>
            <a:endParaRPr lang="it-IT" dirty="0"/>
          </a:p>
          <a:p>
            <a:r>
              <a:rPr lang="it-IT" b="1" dirty="0"/>
              <a:t>Tracciamento delle Curve</a:t>
            </a:r>
            <a:r>
              <a:rPr lang="it-IT" dirty="0"/>
              <a:t>:</a:t>
            </a:r>
          </a:p>
          <a:p>
            <a:r>
              <a:rPr lang="it-IT" dirty="0"/>
              <a:t>    ◦ La sequenza di input (valori di corrente) e i valori attesi calcolati per l'output di ciascun sensore (tensione per FS-1012, flusso per FS-2012) vengono utilizzati per generare i grafici delle curve ascendenti e discendenti</a:t>
            </a:r>
          </a:p>
          <a:p>
            <a:r>
              <a:rPr lang="it-IT" dirty="0"/>
              <a:t>Le curve mostrano la relazione tra l'output del sensore (tensione in </a:t>
            </a:r>
            <a:r>
              <a:rPr lang="it-IT" dirty="0" err="1"/>
              <a:t>mV</a:t>
            </a:r>
            <a:r>
              <a:rPr lang="it-IT" dirty="0"/>
              <a:t> o flusso in </a:t>
            </a:r>
            <a:r>
              <a:rPr lang="it-IT" dirty="0" err="1"/>
              <a:t>mL</a:t>
            </a:r>
            <a:r>
              <a:rPr lang="it-IT" dirty="0"/>
              <a:t>/min) e la corrente in ingresso (</a:t>
            </a:r>
            <a:r>
              <a:rPr lang="it-IT" dirty="0" err="1"/>
              <a:t>mA</a:t>
            </a:r>
            <a:r>
              <a:rPr lang="it-IT" dirty="0"/>
              <a:t>)</a:t>
            </a:r>
          </a:p>
          <a:p>
            <a:endParaRPr lang="it-IT" dirty="0"/>
          </a:p>
          <a:p>
            <a:endParaRPr lang="it-IT" dirty="0"/>
          </a:p>
          <a:p>
            <a:endParaRPr lang="en-GB" dirty="0"/>
          </a:p>
        </p:txBody>
      </p:sp>
      <p:sp>
        <p:nvSpPr>
          <p:cNvPr id="4" name="Slide Number Placeholder 3"/>
          <p:cNvSpPr>
            <a:spLocks noGrp="1"/>
          </p:cNvSpPr>
          <p:nvPr>
            <p:ph type="sldNum" sz="quarter" idx="5"/>
          </p:nvPr>
        </p:nvSpPr>
        <p:spPr/>
        <p:txBody>
          <a:bodyPr/>
          <a:lstStyle/>
          <a:p>
            <a:pPr rtl="0"/>
            <a:fld id="{8D942FC2-A162-47B3-989B-571A62414964}" type="slidenum">
              <a:rPr lang="en-GB" smtClean="0"/>
              <a:t>12</a:t>
            </a:fld>
            <a:endParaRPr lang="en-GB"/>
          </a:p>
        </p:txBody>
      </p:sp>
    </p:spTree>
    <p:extLst>
      <p:ext uri="{BB962C8B-B14F-4D97-AF65-F5344CB8AC3E}">
        <p14:creationId xmlns:p14="http://schemas.microsoft.com/office/powerpoint/2010/main" val="8388120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ED70FF-2283-12B2-2A22-1A20E6FE48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D67A8C-8FD0-6537-DF46-39C2D7D333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88D2F9-0FAE-D3CD-54E7-AA52BEDE9F14}"/>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44084E08-ABCB-184C-28D5-31DD3F6D7FD6}"/>
              </a:ext>
            </a:extLst>
          </p:cNvPr>
          <p:cNvSpPr>
            <a:spLocks noGrp="1"/>
          </p:cNvSpPr>
          <p:nvPr>
            <p:ph type="sldNum" sz="quarter" idx="5"/>
          </p:nvPr>
        </p:nvSpPr>
        <p:spPr/>
        <p:txBody>
          <a:bodyPr/>
          <a:lstStyle/>
          <a:p>
            <a:pPr rtl="0"/>
            <a:fld id="{8D942FC2-A162-47B3-989B-571A62414964}" type="slidenum">
              <a:rPr lang="en-GB" noProof="0" smtClean="0"/>
              <a:t>13</a:t>
            </a:fld>
            <a:endParaRPr lang="en-GB" noProof="0"/>
          </a:p>
        </p:txBody>
      </p:sp>
    </p:spTree>
    <p:extLst>
      <p:ext uri="{BB962C8B-B14F-4D97-AF65-F5344CB8AC3E}">
        <p14:creationId xmlns:p14="http://schemas.microsoft.com/office/powerpoint/2010/main" val="141961557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CE54E8-495A-6717-9E7D-D8D79DEF58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B876AF-62DA-E8AA-3F31-9C2C05C044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38E897-50DE-22E5-2FE6-698B73D1A839}"/>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41B2F625-3B6B-D76D-F837-85BB692AF5BF}"/>
              </a:ext>
            </a:extLst>
          </p:cNvPr>
          <p:cNvSpPr>
            <a:spLocks noGrp="1"/>
          </p:cNvSpPr>
          <p:nvPr>
            <p:ph type="sldNum" sz="quarter" idx="5"/>
          </p:nvPr>
        </p:nvSpPr>
        <p:spPr/>
        <p:txBody>
          <a:bodyPr/>
          <a:lstStyle/>
          <a:p>
            <a:pPr rtl="0"/>
            <a:fld id="{8D942FC2-A162-47B3-989B-571A62414964}" type="slidenum">
              <a:rPr lang="en-GB" noProof="0" smtClean="0"/>
              <a:t>14</a:t>
            </a:fld>
            <a:endParaRPr lang="en-GB" noProof="0"/>
          </a:p>
        </p:txBody>
      </p:sp>
    </p:spTree>
    <p:extLst>
      <p:ext uri="{BB962C8B-B14F-4D97-AF65-F5344CB8AC3E}">
        <p14:creationId xmlns:p14="http://schemas.microsoft.com/office/powerpoint/2010/main" val="363136477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C9CDBD-2FFF-A099-ABCC-8DB6B12438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ED3DEA-B22C-4C35-C299-03AAEF4BBD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28BEE7-17DF-EB0B-1FE7-4722088E2FCB}"/>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8873B384-C44E-0C6D-5531-CC7AB1AFC09B}"/>
              </a:ext>
            </a:extLst>
          </p:cNvPr>
          <p:cNvSpPr>
            <a:spLocks noGrp="1"/>
          </p:cNvSpPr>
          <p:nvPr>
            <p:ph type="sldNum" sz="quarter" idx="5"/>
          </p:nvPr>
        </p:nvSpPr>
        <p:spPr/>
        <p:txBody>
          <a:bodyPr/>
          <a:lstStyle/>
          <a:p>
            <a:pPr rtl="0"/>
            <a:fld id="{8D942FC2-A162-47B3-989B-571A62414964}" type="slidenum">
              <a:rPr lang="en-GB" noProof="0" smtClean="0"/>
              <a:t>15</a:t>
            </a:fld>
            <a:endParaRPr lang="en-GB" noProof="0"/>
          </a:p>
        </p:txBody>
      </p:sp>
    </p:spTree>
    <p:extLst>
      <p:ext uri="{BB962C8B-B14F-4D97-AF65-F5344CB8AC3E}">
        <p14:creationId xmlns:p14="http://schemas.microsoft.com/office/powerpoint/2010/main" val="273295792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a:t>Root sum of squares = sqrt(u_1^2 + u_2^2 + ... +u_n^2)</a:t>
            </a:r>
            <a:endParaRPr lang="en-GB"/>
          </a:p>
        </p:txBody>
      </p:sp>
      <p:sp>
        <p:nvSpPr>
          <p:cNvPr id="4" name="Slide Number Placeholder 3"/>
          <p:cNvSpPr>
            <a:spLocks noGrp="1"/>
          </p:cNvSpPr>
          <p:nvPr>
            <p:ph type="sldNum" sz="quarter" idx="5"/>
          </p:nvPr>
        </p:nvSpPr>
        <p:spPr/>
        <p:txBody>
          <a:bodyPr/>
          <a:lstStyle/>
          <a:p>
            <a:pPr rtl="0"/>
            <a:fld id="{8D942FC2-A162-47B3-989B-571A62414964}" type="slidenum">
              <a:rPr lang="en-GB" smtClean="0"/>
              <a:t>16</a:t>
            </a:fld>
            <a:endParaRPr lang="en-GB"/>
          </a:p>
        </p:txBody>
      </p:sp>
    </p:spTree>
    <p:extLst>
      <p:ext uri="{BB962C8B-B14F-4D97-AF65-F5344CB8AC3E}">
        <p14:creationId xmlns:p14="http://schemas.microsoft.com/office/powerpoint/2010/main" val="246999942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8D942FC2-A162-47B3-989B-571A62414964}" type="slidenum">
              <a:rPr lang="en-GB" smtClean="0"/>
              <a:t>17</a:t>
            </a:fld>
            <a:endParaRPr lang="en-GB"/>
          </a:p>
        </p:txBody>
      </p:sp>
    </p:spTree>
    <p:extLst>
      <p:ext uri="{BB962C8B-B14F-4D97-AF65-F5344CB8AC3E}">
        <p14:creationId xmlns:p14="http://schemas.microsoft.com/office/powerpoint/2010/main" val="200575769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rtl="0"/>
            <a:endParaRPr lang="en-GB"/>
          </a:p>
        </p:txBody>
      </p:sp>
      <p:sp>
        <p:nvSpPr>
          <p:cNvPr id="4" name="Slide Number Placeholder 3"/>
          <p:cNvSpPr>
            <a:spLocks noGrp="1"/>
          </p:cNvSpPr>
          <p:nvPr>
            <p:ph type="sldNum" sz="quarter" idx="5"/>
          </p:nvPr>
        </p:nvSpPr>
        <p:spPr/>
        <p:txBody>
          <a:bodyPr rtlCol="0"/>
          <a:lstStyle/>
          <a:p>
            <a:pPr rtl="0"/>
            <a:fld id="{8D942FC2-A162-47B3-989B-571A62414964}" type="slidenum">
              <a:rPr lang="en-GB" smtClean="0"/>
              <a:t>18</a:t>
            </a:fld>
            <a:endParaRPr lang="en-GB"/>
          </a:p>
        </p:txBody>
      </p:sp>
    </p:spTree>
    <p:extLst>
      <p:ext uri="{BB962C8B-B14F-4D97-AF65-F5344CB8AC3E}">
        <p14:creationId xmlns:p14="http://schemas.microsoft.com/office/powerpoint/2010/main" val="131600270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pPr rtl="0"/>
            <a:r>
              <a:rPr lang="en-GB" noProof="0"/>
              <a:t>20XX</a:t>
            </a:r>
          </a:p>
        </p:txBody>
      </p:sp>
      <p:sp>
        <p:nvSpPr>
          <p:cNvPr id="5" name="Footer Placeholder 4"/>
          <p:cNvSpPr>
            <a:spLocks noGrp="1"/>
          </p:cNvSpPr>
          <p:nvPr>
            <p:ph type="ftr" sz="quarter" idx="11"/>
          </p:nvPr>
        </p:nvSpPr>
        <p:spPr>
          <a:xfrm>
            <a:off x="1876424" y="5410201"/>
            <a:ext cx="5124886" cy="365125"/>
          </a:xfrm>
        </p:spPr>
        <p:txBody>
          <a:bodyPr/>
          <a:lstStyle/>
          <a:p>
            <a:pPr rtl="0"/>
            <a:r>
              <a:rPr lang="en-GB" noProof="0"/>
              <a:t>Presentation Title</a:t>
            </a:r>
          </a:p>
        </p:txBody>
      </p:sp>
      <p:sp>
        <p:nvSpPr>
          <p:cNvPr id="6" name="Slide Number Placeholder 5"/>
          <p:cNvSpPr>
            <a:spLocks noGrp="1"/>
          </p:cNvSpPr>
          <p:nvPr>
            <p:ph type="sldNum" sz="quarter" idx="12"/>
          </p:nvPr>
        </p:nvSpPr>
        <p:spPr>
          <a:xfrm>
            <a:off x="9896911" y="5410199"/>
            <a:ext cx="771089" cy="365125"/>
          </a:xfrm>
        </p:spPr>
        <p:txBody>
          <a:bodyPr/>
          <a:lstStyle/>
          <a:p>
            <a:pPr rtl="0"/>
            <a:fld id="{D39607A7-8386-47DB-8578-DDEDD194E5D4}" type="slidenum">
              <a:rPr lang="en-GB" noProof="0" smtClean="0"/>
              <a:pPr rtl="0"/>
              <a:t>‹#›</a:t>
            </a:fld>
            <a:endParaRPr lang="en-GB" noProof="0"/>
          </a:p>
        </p:txBody>
      </p:sp>
    </p:spTree>
    <p:extLst>
      <p:ext uri="{BB962C8B-B14F-4D97-AF65-F5344CB8AC3E}">
        <p14:creationId xmlns:p14="http://schemas.microsoft.com/office/powerpoint/2010/main" val="4193266455"/>
      </p:ext>
    </p:extLst>
  </p:cSld>
  <p:clrMapOvr>
    <a:masterClrMapping/>
  </p:clrMapOvr>
  <p:hf hdr="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rtl="0"/>
            <a:r>
              <a:rPr lang="en-GB" noProof="0"/>
              <a:t>20XX</a:t>
            </a:r>
          </a:p>
        </p:txBody>
      </p:sp>
      <p:sp>
        <p:nvSpPr>
          <p:cNvPr id="5" name="Footer Placeholder 4"/>
          <p:cNvSpPr>
            <a:spLocks noGrp="1"/>
          </p:cNvSpPr>
          <p:nvPr>
            <p:ph type="ftr" sz="quarter" idx="11"/>
          </p:nvPr>
        </p:nvSpPr>
        <p:spPr/>
        <p:txBody>
          <a:bodyPr/>
          <a:lstStyle/>
          <a:p>
            <a:pPr rtl="0"/>
            <a:r>
              <a:rPr lang="en-GB" noProof="0"/>
              <a:t>Presentation Title</a:t>
            </a:r>
          </a:p>
        </p:txBody>
      </p:sp>
      <p:sp>
        <p:nvSpPr>
          <p:cNvPr id="6" name="Slide Number Placeholder 5"/>
          <p:cNvSpPr>
            <a:spLocks noGrp="1"/>
          </p:cNvSpPr>
          <p:nvPr>
            <p:ph type="sldNum" sz="quarter" idx="12"/>
          </p:nvPr>
        </p:nvSpPr>
        <p:spPr/>
        <p:txBody>
          <a:bodyPr/>
          <a:lstStyle/>
          <a:p>
            <a:pPr rtl="0"/>
            <a:fld id="{D39607A7-8386-47DB-8578-DDEDD194E5D4}" type="slidenum">
              <a:rPr lang="en-GB" noProof="0" smtClean="0"/>
              <a:pPr rtl="0"/>
              <a:t>‹#›</a:t>
            </a:fld>
            <a:endParaRPr lang="en-GB" noProof="0"/>
          </a:p>
        </p:txBody>
      </p:sp>
    </p:spTree>
    <p:extLst>
      <p:ext uri="{BB962C8B-B14F-4D97-AF65-F5344CB8AC3E}">
        <p14:creationId xmlns:p14="http://schemas.microsoft.com/office/powerpoint/2010/main" val="375442543"/>
      </p:ext>
    </p:extLst>
  </p:cSld>
  <p:clrMapOvr>
    <a:masterClrMapping/>
  </p:clrMapOvr>
  <p:hf hdr="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rtl="0"/>
            <a:r>
              <a:rPr lang="en-GB" noProof="0"/>
              <a:t>20XX</a:t>
            </a:r>
          </a:p>
        </p:txBody>
      </p:sp>
      <p:sp>
        <p:nvSpPr>
          <p:cNvPr id="5" name="Footer Placeholder 4"/>
          <p:cNvSpPr>
            <a:spLocks noGrp="1"/>
          </p:cNvSpPr>
          <p:nvPr>
            <p:ph type="ftr" sz="quarter" idx="11"/>
          </p:nvPr>
        </p:nvSpPr>
        <p:spPr/>
        <p:txBody>
          <a:bodyPr/>
          <a:lstStyle/>
          <a:p>
            <a:pPr rtl="0"/>
            <a:r>
              <a:rPr lang="en-GB" noProof="0"/>
              <a:t>Presentation Title</a:t>
            </a:r>
          </a:p>
        </p:txBody>
      </p:sp>
      <p:sp>
        <p:nvSpPr>
          <p:cNvPr id="6" name="Slide Number Placeholder 5"/>
          <p:cNvSpPr>
            <a:spLocks noGrp="1"/>
          </p:cNvSpPr>
          <p:nvPr>
            <p:ph type="sldNum" sz="quarter" idx="12"/>
          </p:nvPr>
        </p:nvSpPr>
        <p:spPr/>
        <p:txBody>
          <a:bodyPr/>
          <a:lstStyle/>
          <a:p>
            <a:pPr rtl="0"/>
            <a:fld id="{D39607A7-8386-47DB-8578-DDEDD194E5D4}" type="slidenum">
              <a:rPr lang="en-GB" noProof="0" smtClean="0"/>
              <a:pPr rtl="0"/>
              <a:t>‹#›</a:t>
            </a:fld>
            <a:endParaRPr lang="en-GB" noProof="0"/>
          </a:p>
        </p:txBody>
      </p:sp>
    </p:spTree>
    <p:extLst>
      <p:ext uri="{BB962C8B-B14F-4D97-AF65-F5344CB8AC3E}">
        <p14:creationId xmlns:p14="http://schemas.microsoft.com/office/powerpoint/2010/main" val="1044990337"/>
      </p:ext>
    </p:extLst>
  </p:cSld>
  <p:clrMapOvr>
    <a:masterClrMapping/>
  </p:clrMapOvr>
  <p:hf hdr="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rtl="0"/>
            <a:r>
              <a:rPr lang="en-GB" noProof="0"/>
              <a:t>20XX</a:t>
            </a:r>
          </a:p>
        </p:txBody>
      </p:sp>
      <p:sp>
        <p:nvSpPr>
          <p:cNvPr id="6" name="Footer Placeholder 5"/>
          <p:cNvSpPr>
            <a:spLocks noGrp="1"/>
          </p:cNvSpPr>
          <p:nvPr>
            <p:ph type="ftr" sz="quarter" idx="11"/>
          </p:nvPr>
        </p:nvSpPr>
        <p:spPr/>
        <p:txBody>
          <a:bodyPr/>
          <a:lstStyle/>
          <a:p>
            <a:pPr rtl="0"/>
            <a:r>
              <a:rPr lang="en-GB" noProof="0"/>
              <a:t>Presentation Title</a:t>
            </a:r>
          </a:p>
        </p:txBody>
      </p:sp>
      <p:sp>
        <p:nvSpPr>
          <p:cNvPr id="7" name="Slide Number Placeholder 6"/>
          <p:cNvSpPr>
            <a:spLocks noGrp="1"/>
          </p:cNvSpPr>
          <p:nvPr>
            <p:ph type="sldNum" sz="quarter" idx="12"/>
          </p:nvPr>
        </p:nvSpPr>
        <p:spPr/>
        <p:txBody>
          <a:bodyPr/>
          <a:lstStyle/>
          <a:p>
            <a:pPr rtl="0"/>
            <a:fld id="{D39607A7-8386-47DB-8578-DDEDD194E5D4}" type="slidenum">
              <a:rPr lang="en-GB" noProof="0" smtClean="0"/>
              <a:pPr rtl="0"/>
              <a:t>‹#›</a:t>
            </a:fld>
            <a:endParaRPr lang="en-GB" noProof="0"/>
          </a:p>
        </p:txBody>
      </p:sp>
    </p:spTree>
    <p:extLst>
      <p:ext uri="{BB962C8B-B14F-4D97-AF65-F5344CB8AC3E}">
        <p14:creationId xmlns:p14="http://schemas.microsoft.com/office/powerpoint/2010/main" val="4265337208"/>
      </p:ext>
    </p:extLst>
  </p:cSld>
  <p:clrMapOvr>
    <a:masterClrMapping/>
  </p:clrMapOvr>
  <p:hf hdr="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rtl="0"/>
            <a:r>
              <a:rPr lang="en-GB" noProof="0"/>
              <a:t>20XX</a:t>
            </a:r>
          </a:p>
        </p:txBody>
      </p:sp>
      <p:sp>
        <p:nvSpPr>
          <p:cNvPr id="8" name="Footer Placeholder 7"/>
          <p:cNvSpPr>
            <a:spLocks noGrp="1"/>
          </p:cNvSpPr>
          <p:nvPr>
            <p:ph type="ftr" sz="quarter" idx="11"/>
          </p:nvPr>
        </p:nvSpPr>
        <p:spPr/>
        <p:txBody>
          <a:bodyPr/>
          <a:lstStyle/>
          <a:p>
            <a:pPr rtl="0"/>
            <a:r>
              <a:rPr lang="en-GB" noProof="0"/>
              <a:t>Presentation Title</a:t>
            </a:r>
          </a:p>
        </p:txBody>
      </p:sp>
      <p:sp>
        <p:nvSpPr>
          <p:cNvPr id="9" name="Slide Number Placeholder 8"/>
          <p:cNvSpPr>
            <a:spLocks noGrp="1"/>
          </p:cNvSpPr>
          <p:nvPr>
            <p:ph type="sldNum" sz="quarter" idx="12"/>
          </p:nvPr>
        </p:nvSpPr>
        <p:spPr/>
        <p:txBody>
          <a:bodyPr/>
          <a:lstStyle/>
          <a:p>
            <a:pPr rtl="0"/>
            <a:fld id="{D39607A7-8386-47DB-8578-DDEDD194E5D4}" type="slidenum">
              <a:rPr lang="en-GB" noProof="0" smtClean="0"/>
              <a:pPr rtl="0"/>
              <a:t>‹#›</a:t>
            </a:fld>
            <a:endParaRPr lang="en-GB" noProof="0"/>
          </a:p>
        </p:txBody>
      </p:sp>
    </p:spTree>
    <p:extLst>
      <p:ext uri="{BB962C8B-B14F-4D97-AF65-F5344CB8AC3E}">
        <p14:creationId xmlns:p14="http://schemas.microsoft.com/office/powerpoint/2010/main" val="2896321058"/>
      </p:ext>
    </p:extLst>
  </p:cSld>
  <p:clrMapOvr>
    <a:masterClrMapping/>
  </p:clrMapOvr>
  <p:hf hdr="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rtl="0"/>
            <a:r>
              <a:rPr lang="en-GB" noProof="0"/>
              <a:t>20XX</a:t>
            </a:r>
          </a:p>
        </p:txBody>
      </p:sp>
      <p:sp>
        <p:nvSpPr>
          <p:cNvPr id="4" name="Footer Placeholder 3"/>
          <p:cNvSpPr>
            <a:spLocks noGrp="1"/>
          </p:cNvSpPr>
          <p:nvPr>
            <p:ph type="ftr" sz="quarter" idx="11"/>
          </p:nvPr>
        </p:nvSpPr>
        <p:spPr/>
        <p:txBody>
          <a:bodyPr/>
          <a:lstStyle/>
          <a:p>
            <a:pPr rtl="0"/>
            <a:r>
              <a:rPr lang="en-GB" noProof="0"/>
              <a:t>Presentation Title</a:t>
            </a:r>
          </a:p>
        </p:txBody>
      </p:sp>
      <p:sp>
        <p:nvSpPr>
          <p:cNvPr id="5" name="Slide Number Placeholder 4"/>
          <p:cNvSpPr>
            <a:spLocks noGrp="1"/>
          </p:cNvSpPr>
          <p:nvPr>
            <p:ph type="sldNum" sz="quarter" idx="12"/>
          </p:nvPr>
        </p:nvSpPr>
        <p:spPr/>
        <p:txBody>
          <a:bodyPr/>
          <a:lstStyle/>
          <a:p>
            <a:pPr rtl="0"/>
            <a:fld id="{D39607A7-8386-47DB-8578-DDEDD194E5D4}" type="slidenum">
              <a:rPr lang="en-GB" noProof="0" smtClean="0"/>
              <a:pPr rtl="0"/>
              <a:t>‹#›</a:t>
            </a:fld>
            <a:endParaRPr lang="en-GB" noProof="0"/>
          </a:p>
        </p:txBody>
      </p:sp>
    </p:spTree>
    <p:extLst>
      <p:ext uri="{BB962C8B-B14F-4D97-AF65-F5344CB8AC3E}">
        <p14:creationId xmlns:p14="http://schemas.microsoft.com/office/powerpoint/2010/main" val="585664683"/>
      </p:ext>
    </p:extLst>
  </p:cSld>
  <p:clrMapOvr>
    <a:masterClrMapping/>
  </p:clrMapOvr>
  <p:hf hdr="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rtl="0"/>
            <a:r>
              <a:rPr lang="en-GB" noProof="0"/>
              <a:t>20XX</a:t>
            </a:r>
          </a:p>
        </p:txBody>
      </p:sp>
      <p:sp>
        <p:nvSpPr>
          <p:cNvPr id="3" name="Footer Placeholder 2"/>
          <p:cNvSpPr>
            <a:spLocks noGrp="1"/>
          </p:cNvSpPr>
          <p:nvPr>
            <p:ph type="ftr" sz="quarter" idx="11"/>
          </p:nvPr>
        </p:nvSpPr>
        <p:spPr/>
        <p:txBody>
          <a:bodyPr/>
          <a:lstStyle/>
          <a:p>
            <a:pPr rtl="0"/>
            <a:r>
              <a:rPr lang="en-GB" noProof="0"/>
              <a:t>Presentation Title</a:t>
            </a:r>
          </a:p>
        </p:txBody>
      </p:sp>
      <p:sp>
        <p:nvSpPr>
          <p:cNvPr id="4" name="Slide Number Placeholder 3"/>
          <p:cNvSpPr>
            <a:spLocks noGrp="1"/>
          </p:cNvSpPr>
          <p:nvPr>
            <p:ph type="sldNum" sz="quarter" idx="12"/>
          </p:nvPr>
        </p:nvSpPr>
        <p:spPr/>
        <p:txBody>
          <a:bodyPr/>
          <a:lstStyle/>
          <a:p>
            <a:pPr rtl="0"/>
            <a:fld id="{D39607A7-8386-47DB-8578-DDEDD194E5D4}" type="slidenum">
              <a:rPr lang="en-GB" noProof="0" smtClean="0"/>
              <a:pPr rtl="0"/>
              <a:t>‹#›</a:t>
            </a:fld>
            <a:endParaRPr lang="en-GB" noProof="0"/>
          </a:p>
        </p:txBody>
      </p:sp>
    </p:spTree>
    <p:extLst>
      <p:ext uri="{BB962C8B-B14F-4D97-AF65-F5344CB8AC3E}">
        <p14:creationId xmlns:p14="http://schemas.microsoft.com/office/powerpoint/2010/main" val="3906042242"/>
      </p:ext>
    </p:extLst>
  </p:cSld>
  <p:clrMapOvr>
    <a:masterClrMapping/>
  </p:clrMapOvr>
  <p:hf hdr="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rtl="0"/>
            <a:r>
              <a:rPr lang="en-GB" noProof="0"/>
              <a:t>20XX</a:t>
            </a:r>
          </a:p>
        </p:txBody>
      </p:sp>
      <p:sp>
        <p:nvSpPr>
          <p:cNvPr id="6" name="Footer Placeholder 5"/>
          <p:cNvSpPr>
            <a:spLocks noGrp="1"/>
          </p:cNvSpPr>
          <p:nvPr>
            <p:ph type="ftr" sz="quarter" idx="11"/>
          </p:nvPr>
        </p:nvSpPr>
        <p:spPr/>
        <p:txBody>
          <a:bodyPr/>
          <a:lstStyle/>
          <a:p>
            <a:pPr rtl="0"/>
            <a:r>
              <a:rPr lang="en-GB" noProof="0"/>
              <a:t>Presentation Title</a:t>
            </a:r>
          </a:p>
        </p:txBody>
      </p:sp>
      <p:sp>
        <p:nvSpPr>
          <p:cNvPr id="7" name="Slide Number Placeholder 6"/>
          <p:cNvSpPr>
            <a:spLocks noGrp="1"/>
          </p:cNvSpPr>
          <p:nvPr>
            <p:ph type="sldNum" sz="quarter" idx="12"/>
          </p:nvPr>
        </p:nvSpPr>
        <p:spPr/>
        <p:txBody>
          <a:bodyPr/>
          <a:lstStyle/>
          <a:p>
            <a:pPr rtl="0"/>
            <a:fld id="{D39607A7-8386-47DB-8578-DDEDD194E5D4}" type="slidenum">
              <a:rPr lang="en-GB" noProof="0" smtClean="0"/>
              <a:pPr rtl="0"/>
              <a:t>‹#›</a:t>
            </a:fld>
            <a:endParaRPr lang="en-GB" noProof="0"/>
          </a:p>
        </p:txBody>
      </p:sp>
    </p:spTree>
    <p:extLst>
      <p:ext uri="{BB962C8B-B14F-4D97-AF65-F5344CB8AC3E}">
        <p14:creationId xmlns:p14="http://schemas.microsoft.com/office/powerpoint/2010/main" val="890195342"/>
      </p:ext>
    </p:extLst>
  </p:cSld>
  <p:clrMapOvr>
    <a:masterClrMapping/>
  </p:clrMapOvr>
  <p:hf hdr="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rtl="0"/>
            <a:r>
              <a:rPr lang="en-GB" noProof="0"/>
              <a:t>20XX</a:t>
            </a:r>
          </a:p>
        </p:txBody>
      </p:sp>
      <p:sp>
        <p:nvSpPr>
          <p:cNvPr id="6" name="Footer Placeholder 5"/>
          <p:cNvSpPr>
            <a:spLocks noGrp="1"/>
          </p:cNvSpPr>
          <p:nvPr>
            <p:ph type="ftr" sz="quarter" idx="11"/>
          </p:nvPr>
        </p:nvSpPr>
        <p:spPr/>
        <p:txBody>
          <a:bodyPr/>
          <a:lstStyle/>
          <a:p>
            <a:pPr rtl="0"/>
            <a:r>
              <a:rPr lang="en-GB" noProof="0"/>
              <a:t>Presentation Title</a:t>
            </a:r>
          </a:p>
        </p:txBody>
      </p:sp>
      <p:sp>
        <p:nvSpPr>
          <p:cNvPr id="7" name="Slide Number Placeholder 6"/>
          <p:cNvSpPr>
            <a:spLocks noGrp="1"/>
          </p:cNvSpPr>
          <p:nvPr>
            <p:ph type="sldNum" sz="quarter" idx="12"/>
          </p:nvPr>
        </p:nvSpPr>
        <p:spPr/>
        <p:txBody>
          <a:bodyPr/>
          <a:lstStyle/>
          <a:p>
            <a:pPr rtl="0"/>
            <a:fld id="{D39607A7-8386-47DB-8578-DDEDD194E5D4}" type="slidenum">
              <a:rPr lang="en-GB" noProof="0" smtClean="0"/>
              <a:pPr rtl="0"/>
              <a:t>‹#›</a:t>
            </a:fld>
            <a:endParaRPr lang="en-GB" noProof="0"/>
          </a:p>
        </p:txBody>
      </p:sp>
    </p:spTree>
    <p:extLst>
      <p:ext uri="{BB962C8B-B14F-4D97-AF65-F5344CB8AC3E}">
        <p14:creationId xmlns:p14="http://schemas.microsoft.com/office/powerpoint/2010/main" val="3153046970"/>
      </p:ext>
    </p:extLst>
  </p:cSld>
  <p:clrMapOvr>
    <a:masterClrMapping/>
  </p:clrMapOvr>
  <p:hf hdr="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rtl="0"/>
            <a:r>
              <a:rPr lang="en-GB" noProof="0"/>
              <a:t>20XX</a:t>
            </a:r>
          </a:p>
        </p:txBody>
      </p:sp>
      <p:sp>
        <p:nvSpPr>
          <p:cNvPr id="6" name="Footer Placeholder 5"/>
          <p:cNvSpPr>
            <a:spLocks noGrp="1"/>
          </p:cNvSpPr>
          <p:nvPr>
            <p:ph type="ftr" sz="quarter" idx="11"/>
          </p:nvPr>
        </p:nvSpPr>
        <p:spPr/>
        <p:txBody>
          <a:bodyPr/>
          <a:lstStyle/>
          <a:p>
            <a:pPr rtl="0"/>
            <a:r>
              <a:rPr lang="en-GB" noProof="0"/>
              <a:t>Presentation Title</a:t>
            </a:r>
          </a:p>
        </p:txBody>
      </p:sp>
      <p:sp>
        <p:nvSpPr>
          <p:cNvPr id="7" name="Slide Number Placeholder 6"/>
          <p:cNvSpPr>
            <a:spLocks noGrp="1"/>
          </p:cNvSpPr>
          <p:nvPr>
            <p:ph type="sldNum" sz="quarter" idx="12"/>
          </p:nvPr>
        </p:nvSpPr>
        <p:spPr/>
        <p:txBody>
          <a:bodyPr/>
          <a:lstStyle/>
          <a:p>
            <a:pPr rtl="0"/>
            <a:fld id="{D39607A7-8386-47DB-8578-DDEDD194E5D4}" type="slidenum">
              <a:rPr lang="en-GB" noProof="0" smtClean="0"/>
              <a:pPr rtl="0"/>
              <a:t>‹#›</a:t>
            </a:fld>
            <a:endParaRPr lang="en-GB" noProof="0"/>
          </a:p>
        </p:txBody>
      </p:sp>
    </p:spTree>
    <p:extLst>
      <p:ext uri="{BB962C8B-B14F-4D97-AF65-F5344CB8AC3E}">
        <p14:creationId xmlns:p14="http://schemas.microsoft.com/office/powerpoint/2010/main" val="2105376089"/>
      </p:ext>
    </p:extLst>
  </p:cSld>
  <p:clrMapOvr>
    <a:masterClrMapping/>
  </p:clrMapOvr>
  <p:hf hdr="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rtl="0"/>
            <a:r>
              <a:rPr lang="en-GB" noProof="0"/>
              <a:t>20XX</a:t>
            </a:r>
          </a:p>
        </p:txBody>
      </p:sp>
      <p:sp>
        <p:nvSpPr>
          <p:cNvPr id="6" name="Footer Placeholder 5"/>
          <p:cNvSpPr>
            <a:spLocks noGrp="1"/>
          </p:cNvSpPr>
          <p:nvPr>
            <p:ph type="ftr" sz="quarter" idx="11"/>
          </p:nvPr>
        </p:nvSpPr>
        <p:spPr/>
        <p:txBody>
          <a:bodyPr/>
          <a:lstStyle/>
          <a:p>
            <a:pPr rtl="0"/>
            <a:r>
              <a:rPr lang="en-GB" noProof="0"/>
              <a:t>Presentation Title</a:t>
            </a:r>
          </a:p>
        </p:txBody>
      </p:sp>
      <p:sp>
        <p:nvSpPr>
          <p:cNvPr id="7" name="Slide Number Placeholder 6"/>
          <p:cNvSpPr>
            <a:spLocks noGrp="1"/>
          </p:cNvSpPr>
          <p:nvPr>
            <p:ph type="sldNum" sz="quarter" idx="12"/>
          </p:nvPr>
        </p:nvSpPr>
        <p:spPr/>
        <p:txBody>
          <a:bodyPr/>
          <a:lstStyle/>
          <a:p>
            <a:pPr rtl="0"/>
            <a:fld id="{D39607A7-8386-47DB-8578-DDEDD194E5D4}" type="slidenum">
              <a:rPr lang="en-GB" noProof="0" smtClean="0"/>
              <a:pPr rtl="0"/>
              <a:t>‹#›</a:t>
            </a:fld>
            <a:endParaRPr lang="en-GB" noProof="0"/>
          </a:p>
        </p:txBody>
      </p:sp>
    </p:spTree>
    <p:extLst>
      <p:ext uri="{BB962C8B-B14F-4D97-AF65-F5344CB8AC3E}">
        <p14:creationId xmlns:p14="http://schemas.microsoft.com/office/powerpoint/2010/main" val="104940826"/>
      </p:ext>
    </p:extLst>
  </p:cSld>
  <p:clrMapOvr>
    <a:masterClrMapping/>
  </p:clrMapOvr>
  <p:hf hdr="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rtl="0"/>
            <a:r>
              <a:rPr lang="en-GB" noProof="0"/>
              <a:t>20XX</a:t>
            </a:r>
          </a:p>
        </p:txBody>
      </p:sp>
      <p:sp>
        <p:nvSpPr>
          <p:cNvPr id="6" name="Footer Placeholder 5"/>
          <p:cNvSpPr>
            <a:spLocks noGrp="1"/>
          </p:cNvSpPr>
          <p:nvPr>
            <p:ph type="ftr" sz="quarter" idx="11"/>
          </p:nvPr>
        </p:nvSpPr>
        <p:spPr/>
        <p:txBody>
          <a:bodyPr/>
          <a:lstStyle/>
          <a:p>
            <a:pPr rtl="0"/>
            <a:r>
              <a:rPr lang="en-GB" noProof="0"/>
              <a:t>Presentation Title</a:t>
            </a:r>
          </a:p>
        </p:txBody>
      </p:sp>
      <p:sp>
        <p:nvSpPr>
          <p:cNvPr id="7" name="Slide Number Placeholder 6"/>
          <p:cNvSpPr>
            <a:spLocks noGrp="1"/>
          </p:cNvSpPr>
          <p:nvPr>
            <p:ph type="sldNum" sz="quarter" idx="12"/>
          </p:nvPr>
        </p:nvSpPr>
        <p:spPr/>
        <p:txBody>
          <a:bodyPr/>
          <a:lstStyle/>
          <a:p>
            <a:pPr rtl="0"/>
            <a:fld id="{D39607A7-8386-47DB-8578-DDEDD194E5D4}" type="slidenum">
              <a:rPr lang="en-GB" noProof="0" smtClean="0"/>
              <a:pPr rtl="0"/>
              <a:t>‹#›</a:t>
            </a:fld>
            <a:endParaRPr lang="en-GB" noProof="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83409818"/>
      </p:ext>
    </p:extLst>
  </p:cSld>
  <p:clrMapOvr>
    <a:masterClrMapping/>
  </p:clrMapOvr>
  <p:hf hdr="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rtl="0"/>
            <a:r>
              <a:rPr lang="en-GB" noProof="0"/>
              <a:t>20XX</a:t>
            </a:r>
          </a:p>
        </p:txBody>
      </p:sp>
      <p:sp>
        <p:nvSpPr>
          <p:cNvPr id="6" name="Footer Placeholder 5"/>
          <p:cNvSpPr>
            <a:spLocks noGrp="1"/>
          </p:cNvSpPr>
          <p:nvPr>
            <p:ph type="ftr" sz="quarter" idx="11"/>
          </p:nvPr>
        </p:nvSpPr>
        <p:spPr/>
        <p:txBody>
          <a:bodyPr/>
          <a:lstStyle/>
          <a:p>
            <a:pPr rtl="0"/>
            <a:r>
              <a:rPr lang="en-GB" noProof="0"/>
              <a:t>Presentation Title</a:t>
            </a:r>
          </a:p>
        </p:txBody>
      </p:sp>
      <p:sp>
        <p:nvSpPr>
          <p:cNvPr id="7" name="Slide Number Placeholder 6"/>
          <p:cNvSpPr>
            <a:spLocks noGrp="1"/>
          </p:cNvSpPr>
          <p:nvPr>
            <p:ph type="sldNum" sz="quarter" idx="12"/>
          </p:nvPr>
        </p:nvSpPr>
        <p:spPr/>
        <p:txBody>
          <a:bodyPr/>
          <a:lstStyle/>
          <a:p>
            <a:pPr rtl="0"/>
            <a:fld id="{D39607A7-8386-47DB-8578-DDEDD194E5D4}" type="slidenum">
              <a:rPr lang="en-GB" noProof="0" smtClean="0"/>
              <a:pPr rtl="0"/>
              <a:t>‹#›</a:t>
            </a:fld>
            <a:endParaRPr lang="en-GB" noProof="0"/>
          </a:p>
        </p:txBody>
      </p:sp>
    </p:spTree>
    <p:extLst>
      <p:ext uri="{BB962C8B-B14F-4D97-AF65-F5344CB8AC3E}">
        <p14:creationId xmlns:p14="http://schemas.microsoft.com/office/powerpoint/2010/main" val="2842036821"/>
      </p:ext>
    </p:extLst>
  </p:cSld>
  <p:clrMapOvr>
    <a:masterClrMapping/>
  </p:clrMapOvr>
  <p:hf hdr="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pPr rtl="0"/>
            <a:r>
              <a:rPr lang="en-GB" noProof="0"/>
              <a:t>20XX</a:t>
            </a:r>
          </a:p>
        </p:txBody>
      </p:sp>
      <p:sp>
        <p:nvSpPr>
          <p:cNvPr id="4" name="Footer Placeholder 3"/>
          <p:cNvSpPr>
            <a:spLocks noGrp="1"/>
          </p:cNvSpPr>
          <p:nvPr>
            <p:ph type="ftr" sz="quarter" idx="11"/>
          </p:nvPr>
        </p:nvSpPr>
        <p:spPr/>
        <p:txBody>
          <a:bodyPr/>
          <a:lstStyle/>
          <a:p>
            <a:pPr rtl="0"/>
            <a:r>
              <a:rPr lang="en-GB" noProof="0"/>
              <a:t>Presentation Title</a:t>
            </a:r>
          </a:p>
        </p:txBody>
      </p:sp>
      <p:sp>
        <p:nvSpPr>
          <p:cNvPr id="5" name="Slide Number Placeholder 4"/>
          <p:cNvSpPr>
            <a:spLocks noGrp="1"/>
          </p:cNvSpPr>
          <p:nvPr>
            <p:ph type="sldNum" sz="quarter" idx="12"/>
          </p:nvPr>
        </p:nvSpPr>
        <p:spPr/>
        <p:txBody>
          <a:bodyPr/>
          <a:lstStyle/>
          <a:p>
            <a:pPr rtl="0"/>
            <a:fld id="{D39607A7-8386-47DB-8578-DDEDD194E5D4}" type="slidenum">
              <a:rPr lang="en-GB" noProof="0" smtClean="0"/>
              <a:pPr rtl="0"/>
              <a:t>‹#›</a:t>
            </a:fld>
            <a:endParaRPr lang="en-GB" noProof="0"/>
          </a:p>
        </p:txBody>
      </p:sp>
    </p:spTree>
    <p:extLst>
      <p:ext uri="{BB962C8B-B14F-4D97-AF65-F5344CB8AC3E}">
        <p14:creationId xmlns:p14="http://schemas.microsoft.com/office/powerpoint/2010/main" val="1114232563"/>
      </p:ext>
    </p:extLst>
  </p:cSld>
  <p:clrMapOvr>
    <a:masterClrMapping/>
  </p:clrMapOvr>
  <p:hf hdr="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pPr rtl="0"/>
            <a:r>
              <a:rPr lang="en-GB" noProof="0"/>
              <a:t>20XX</a:t>
            </a:r>
          </a:p>
        </p:txBody>
      </p:sp>
      <p:sp>
        <p:nvSpPr>
          <p:cNvPr id="4" name="Footer Placeholder 3"/>
          <p:cNvSpPr>
            <a:spLocks noGrp="1"/>
          </p:cNvSpPr>
          <p:nvPr>
            <p:ph type="ftr" sz="quarter" idx="11"/>
          </p:nvPr>
        </p:nvSpPr>
        <p:spPr/>
        <p:txBody>
          <a:bodyPr/>
          <a:lstStyle/>
          <a:p>
            <a:pPr rtl="0"/>
            <a:r>
              <a:rPr lang="en-GB" noProof="0"/>
              <a:t>Presentation Title</a:t>
            </a:r>
          </a:p>
        </p:txBody>
      </p:sp>
      <p:sp>
        <p:nvSpPr>
          <p:cNvPr id="5" name="Slide Number Placeholder 4"/>
          <p:cNvSpPr>
            <a:spLocks noGrp="1"/>
          </p:cNvSpPr>
          <p:nvPr>
            <p:ph type="sldNum" sz="quarter" idx="12"/>
          </p:nvPr>
        </p:nvSpPr>
        <p:spPr/>
        <p:txBody>
          <a:bodyPr/>
          <a:lstStyle/>
          <a:p>
            <a:pPr rtl="0"/>
            <a:fld id="{D39607A7-8386-47DB-8578-DDEDD194E5D4}" type="slidenum">
              <a:rPr lang="en-GB" noProof="0" smtClean="0"/>
              <a:pPr rtl="0"/>
              <a:t>‹#›</a:t>
            </a:fld>
            <a:endParaRPr lang="en-GB" noProof="0"/>
          </a:p>
        </p:txBody>
      </p:sp>
    </p:spTree>
    <p:extLst>
      <p:ext uri="{BB962C8B-B14F-4D97-AF65-F5344CB8AC3E}">
        <p14:creationId xmlns:p14="http://schemas.microsoft.com/office/powerpoint/2010/main" val="1098583806"/>
      </p:ext>
    </p:extLst>
  </p:cSld>
  <p:clrMapOvr>
    <a:masterClrMapping/>
  </p:clrMapOvr>
  <p:hf hdr="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rtl="0"/>
            <a:r>
              <a:rPr lang="en-GB" noProof="0"/>
              <a:t>20XX</a:t>
            </a:r>
          </a:p>
        </p:txBody>
      </p:sp>
      <p:sp>
        <p:nvSpPr>
          <p:cNvPr id="5" name="Footer Placeholder 4"/>
          <p:cNvSpPr>
            <a:spLocks noGrp="1"/>
          </p:cNvSpPr>
          <p:nvPr>
            <p:ph type="ftr" sz="quarter" idx="11"/>
          </p:nvPr>
        </p:nvSpPr>
        <p:spPr/>
        <p:txBody>
          <a:bodyPr/>
          <a:lstStyle/>
          <a:p>
            <a:pPr rtl="0"/>
            <a:r>
              <a:rPr lang="en-GB" noProof="0"/>
              <a:t>Presentation Title</a:t>
            </a:r>
          </a:p>
        </p:txBody>
      </p:sp>
      <p:sp>
        <p:nvSpPr>
          <p:cNvPr id="6" name="Slide Number Placeholder 5"/>
          <p:cNvSpPr>
            <a:spLocks noGrp="1"/>
          </p:cNvSpPr>
          <p:nvPr>
            <p:ph type="sldNum" sz="quarter" idx="12"/>
          </p:nvPr>
        </p:nvSpPr>
        <p:spPr/>
        <p:txBody>
          <a:bodyPr/>
          <a:lstStyle/>
          <a:p>
            <a:pPr rtl="0"/>
            <a:fld id="{D39607A7-8386-47DB-8578-DDEDD194E5D4}" type="slidenum">
              <a:rPr lang="en-GB" noProof="0" smtClean="0"/>
              <a:pPr rtl="0"/>
              <a:t>‹#›</a:t>
            </a:fld>
            <a:endParaRPr lang="en-GB" noProof="0"/>
          </a:p>
        </p:txBody>
      </p:sp>
    </p:spTree>
    <p:extLst>
      <p:ext uri="{BB962C8B-B14F-4D97-AF65-F5344CB8AC3E}">
        <p14:creationId xmlns:p14="http://schemas.microsoft.com/office/powerpoint/2010/main" val="1956959404"/>
      </p:ext>
    </p:extLst>
  </p:cSld>
  <p:clrMapOvr>
    <a:masterClrMapping/>
  </p:clrMapOvr>
  <p:hf hdr="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rtl="0"/>
            <a:r>
              <a:rPr lang="en-GB" noProof="0"/>
              <a:t>20XX</a:t>
            </a:r>
          </a:p>
        </p:txBody>
      </p:sp>
      <p:sp>
        <p:nvSpPr>
          <p:cNvPr id="5" name="Footer Placeholder 4"/>
          <p:cNvSpPr>
            <a:spLocks noGrp="1"/>
          </p:cNvSpPr>
          <p:nvPr>
            <p:ph type="ftr" sz="quarter" idx="11"/>
          </p:nvPr>
        </p:nvSpPr>
        <p:spPr/>
        <p:txBody>
          <a:bodyPr/>
          <a:lstStyle/>
          <a:p>
            <a:pPr rtl="0"/>
            <a:r>
              <a:rPr lang="en-GB" noProof="0"/>
              <a:t>Presentation Title</a:t>
            </a:r>
          </a:p>
        </p:txBody>
      </p:sp>
      <p:sp>
        <p:nvSpPr>
          <p:cNvPr id="6" name="Slide Number Placeholder 5"/>
          <p:cNvSpPr>
            <a:spLocks noGrp="1"/>
          </p:cNvSpPr>
          <p:nvPr>
            <p:ph type="sldNum" sz="quarter" idx="12"/>
          </p:nvPr>
        </p:nvSpPr>
        <p:spPr/>
        <p:txBody>
          <a:bodyPr/>
          <a:lstStyle/>
          <a:p>
            <a:pPr rtl="0"/>
            <a:fld id="{D39607A7-8386-47DB-8578-DDEDD194E5D4}" type="slidenum">
              <a:rPr lang="en-GB" noProof="0" smtClean="0"/>
              <a:pPr rtl="0"/>
              <a:t>‹#›</a:t>
            </a:fld>
            <a:endParaRPr lang="en-GB" noProof="0"/>
          </a:p>
        </p:txBody>
      </p:sp>
    </p:spTree>
    <p:extLst>
      <p:ext uri="{BB962C8B-B14F-4D97-AF65-F5344CB8AC3E}">
        <p14:creationId xmlns:p14="http://schemas.microsoft.com/office/powerpoint/2010/main" val="2274441926"/>
      </p:ext>
    </p:extLst>
  </p:cSld>
  <p:clrMapOvr>
    <a:masterClrMapping/>
  </p:clrMapOvr>
  <p:hf hdr="0"/>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Title">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0C47B699-08C0-4851-8BAE-384C14E4E049}"/>
              </a:ext>
            </a:extLst>
          </p:cNvPr>
          <p:cNvSpPr>
            <a:spLocks noGrp="1"/>
          </p:cNvSpPr>
          <p:nvPr>
            <p:ph type="ctrTitle"/>
          </p:nvPr>
        </p:nvSpPr>
        <p:spPr>
          <a:xfrm>
            <a:off x="7766050" y="1079500"/>
            <a:ext cx="3884962" cy="2138400"/>
          </a:xfrm>
        </p:spPr>
        <p:txBody>
          <a:bodyPr rtlCol="0" anchor="b"/>
          <a:lstStyle>
            <a:lvl1pPr algn="ctr">
              <a:defRPr/>
            </a:lvl1pPr>
          </a:lstStyle>
          <a:p>
            <a:pPr rtl="0"/>
            <a:r>
              <a:rPr lang="en-US" noProof="0"/>
              <a:t>Click to edit Master title style</a:t>
            </a:r>
            <a:endParaRPr lang="en-GB" noProof="0"/>
          </a:p>
        </p:txBody>
      </p:sp>
      <p:sp>
        <p:nvSpPr>
          <p:cNvPr id="15" name="Subtitle 2">
            <a:extLst>
              <a:ext uri="{FF2B5EF4-FFF2-40B4-BE49-F238E27FC236}">
                <a16:creationId xmlns:a16="http://schemas.microsoft.com/office/drawing/2014/main" id="{B84917A2-B37A-4655-9D10-50C6FD698FA2}"/>
              </a:ext>
            </a:extLst>
          </p:cNvPr>
          <p:cNvSpPr>
            <a:spLocks noGrp="1"/>
          </p:cNvSpPr>
          <p:nvPr>
            <p:ph type="subTitle" idx="1"/>
          </p:nvPr>
        </p:nvSpPr>
        <p:spPr>
          <a:xfrm>
            <a:off x="7766051" y="4113213"/>
            <a:ext cx="3884961" cy="1655762"/>
          </a:xfrm>
        </p:spPr>
        <p:txBody>
          <a:bodyPr rtlCol="0">
            <a:normAutofit/>
          </a:bodyPr>
          <a:lstStyle>
            <a:lvl1pPr marL="0" indent="0" algn="ctr">
              <a:buNone/>
              <a:defRPr sz="2400" i="1"/>
            </a:lvl1pPr>
          </a:lstStyle>
          <a:p>
            <a:pPr rtl="0"/>
            <a:r>
              <a:rPr lang="en-US" noProof="0"/>
              <a:t>Click to edit Master subtitle style</a:t>
            </a:r>
            <a:endParaRPr lang="en-GB" noProof="0"/>
          </a:p>
        </p:txBody>
      </p:sp>
      <p:cxnSp>
        <p:nvCxnSpPr>
          <p:cNvPr id="23" name="Straight Connector 22">
            <a:extLst>
              <a:ext uri="{FF2B5EF4-FFF2-40B4-BE49-F238E27FC236}">
                <a16:creationId xmlns:a16="http://schemas.microsoft.com/office/drawing/2014/main" id="{88EE5317-4FED-4CB5-85EE-6DAD46C28417}"/>
              </a:ext>
              <a:ext uri="{C183D7F6-B498-43B3-948B-1728B52AA6E4}">
                <adec:decorative xmlns:adec="http://schemas.microsoft.com/office/drawing/2017/decorative" val="1"/>
              </a:ext>
            </a:extLst>
          </p:cNvPr>
          <p:cNvCxnSpPr>
            <a:cxnSpLocks/>
          </p:cNvCxnSpPr>
          <p:nvPr userDrawn="1"/>
        </p:nvCxnSpPr>
        <p:spPr>
          <a:xfrm>
            <a:off x="9438531" y="3690871"/>
            <a:ext cx="5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Picture Placeholder 8">
            <a:extLst>
              <a:ext uri="{FF2B5EF4-FFF2-40B4-BE49-F238E27FC236}">
                <a16:creationId xmlns:a16="http://schemas.microsoft.com/office/drawing/2014/main" id="{22C5EA6D-CE5E-44F2-95E5-1E87F504AD30}"/>
              </a:ext>
            </a:extLst>
          </p:cNvPr>
          <p:cNvSpPr>
            <a:spLocks noGrp="1"/>
          </p:cNvSpPr>
          <p:nvPr>
            <p:ph type="pic" sz="quarter" idx="13" hasCustomPrompt="1"/>
          </p:nvPr>
        </p:nvSpPr>
        <p:spPr>
          <a:xfrm>
            <a:off x="541338" y="539750"/>
            <a:ext cx="6670675" cy="5759450"/>
          </a:xfrm>
        </p:spPr>
        <p:txBody>
          <a:bodyPr rtlCol="0"/>
          <a:lstStyle>
            <a:lvl1pPr marL="0" indent="0" algn="ctr">
              <a:buNone/>
              <a:defRPr/>
            </a:lvl1pPr>
          </a:lstStyle>
          <a:p>
            <a:pPr rtl="0"/>
            <a:r>
              <a:rPr lang="en-GB" noProof="0"/>
              <a:t>Click to add photo</a:t>
            </a:r>
          </a:p>
        </p:txBody>
      </p:sp>
    </p:spTree>
    <p:extLst>
      <p:ext uri="{BB962C8B-B14F-4D97-AF65-F5344CB8AC3E}">
        <p14:creationId xmlns:p14="http://schemas.microsoft.com/office/powerpoint/2010/main" val="34996424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50C1D561-971B-43DB-A5A7-63A887A0CA6B}"/>
              </a:ext>
            </a:extLst>
          </p:cNvPr>
          <p:cNvSpPr>
            <a:spLocks noGrp="1"/>
          </p:cNvSpPr>
          <p:nvPr>
            <p:ph type="title"/>
          </p:nvPr>
        </p:nvSpPr>
        <p:spPr>
          <a:xfrm>
            <a:off x="1080000" y="540000"/>
            <a:ext cx="4426782" cy="1331637"/>
          </a:xfrm>
        </p:spPr>
        <p:txBody>
          <a:bodyPr rtlCol="0" anchor="b" anchorCtr="0">
            <a:normAutofit/>
          </a:bodyPr>
          <a:lstStyle>
            <a:lvl1pPr algn="ctr">
              <a:defRPr/>
            </a:lvl1pPr>
          </a:lstStyle>
          <a:p>
            <a:pPr algn="ctr" rtl="0"/>
            <a:r>
              <a:rPr lang="en-US" noProof="0"/>
              <a:t>Click to edit Master title style</a:t>
            </a:r>
            <a:endParaRPr lang="en-GB" noProof="0"/>
          </a:p>
        </p:txBody>
      </p:sp>
      <p:cxnSp>
        <p:nvCxnSpPr>
          <p:cNvPr id="9" name="Straight Connector 8">
            <a:extLst>
              <a:ext uri="{FF2B5EF4-FFF2-40B4-BE49-F238E27FC236}">
                <a16:creationId xmlns:a16="http://schemas.microsoft.com/office/drawing/2014/main" id="{8CACFD68-412E-48B4-B9EB-FEDC20A81354}"/>
              </a:ext>
              <a:ext uri="{C183D7F6-B498-43B3-948B-1728B52AA6E4}">
                <adec:decorative xmlns:adec="http://schemas.microsoft.com/office/drawing/2017/decorative" val="1"/>
              </a:ext>
            </a:extLst>
          </p:cNvPr>
          <p:cNvCxnSpPr>
            <a:cxnSpLocks/>
          </p:cNvCxnSpPr>
          <p:nvPr userDrawn="1"/>
        </p:nvCxnSpPr>
        <p:spPr>
          <a:xfrm>
            <a:off x="3023391" y="2310207"/>
            <a:ext cx="5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Content Placeholder 2">
            <a:extLst>
              <a:ext uri="{FF2B5EF4-FFF2-40B4-BE49-F238E27FC236}">
                <a16:creationId xmlns:a16="http://schemas.microsoft.com/office/drawing/2014/main" id="{4F0731E0-58E0-4382-ADA7-A9C6DE2E7E36}"/>
              </a:ext>
            </a:extLst>
          </p:cNvPr>
          <p:cNvSpPr>
            <a:spLocks noGrp="1"/>
          </p:cNvSpPr>
          <p:nvPr>
            <p:ph idx="1"/>
          </p:nvPr>
        </p:nvSpPr>
        <p:spPr>
          <a:xfrm>
            <a:off x="1080000" y="2759076"/>
            <a:ext cx="4460874" cy="3009899"/>
          </a:xfrm>
        </p:spPr>
        <p:txBody>
          <a:bodyPr rtlCol="0">
            <a:normAutofit/>
          </a:bodyPr>
          <a:lstStyle>
            <a:lvl1pPr>
              <a:defRPr sz="2000"/>
            </a:lvl1pPr>
          </a:lstStyle>
          <a:p>
            <a:pPr lvl="0" rtl="0"/>
            <a:r>
              <a:rPr lang="en-US" noProof="0"/>
              <a:t>Click to edit Master text styles</a:t>
            </a:r>
          </a:p>
        </p:txBody>
      </p:sp>
      <p:sp>
        <p:nvSpPr>
          <p:cNvPr id="11" name="Date Placeholder 3">
            <a:extLst>
              <a:ext uri="{FF2B5EF4-FFF2-40B4-BE49-F238E27FC236}">
                <a16:creationId xmlns:a16="http://schemas.microsoft.com/office/drawing/2014/main" id="{23D67752-1F0B-4C84-BBA7-A57E2793D918}"/>
              </a:ext>
            </a:extLst>
          </p:cNvPr>
          <p:cNvSpPr>
            <a:spLocks noGrp="1"/>
          </p:cNvSpPr>
          <p:nvPr>
            <p:ph type="dt" sz="half" idx="10"/>
          </p:nvPr>
        </p:nvSpPr>
        <p:spPr>
          <a:xfrm>
            <a:off x="541338" y="6401999"/>
            <a:ext cx="2206625" cy="369332"/>
          </a:xfrm>
        </p:spPr>
        <p:txBody>
          <a:bodyPr rtlCol="0"/>
          <a:lstStyle>
            <a:lvl1pPr>
              <a:defRPr/>
            </a:lvl1pPr>
          </a:lstStyle>
          <a:p>
            <a:pPr rtl="0">
              <a:defRPr/>
            </a:pPr>
            <a:r>
              <a:rPr lang="en-GB" noProof="0">
                <a:solidFill>
                  <a:prstClr val="white">
                    <a:alpha val="70000"/>
                  </a:prstClr>
                </a:solidFill>
              </a:rPr>
              <a:t>20XX</a:t>
            </a:r>
          </a:p>
        </p:txBody>
      </p:sp>
      <p:sp>
        <p:nvSpPr>
          <p:cNvPr id="12" name="Rectangle 11">
            <a:extLst>
              <a:ext uri="{FF2B5EF4-FFF2-40B4-BE49-F238E27FC236}">
                <a16:creationId xmlns:a16="http://schemas.microsoft.com/office/drawing/2014/main" id="{FA4033A0-8E66-4ABA-9E27-744642AA948F}"/>
              </a:ext>
              <a:ext uri="{C183D7F6-B498-43B3-948B-1728B52AA6E4}">
                <adec:decorative xmlns:adec="http://schemas.microsoft.com/office/drawing/2017/decorative" val="1"/>
              </a:ext>
            </a:extLst>
          </p:cNvPr>
          <p:cNvSpPr/>
          <p:nvPr userDrawn="1"/>
        </p:nvSpPr>
        <p:spPr>
          <a:xfrm>
            <a:off x="6654794" y="0"/>
            <a:ext cx="5537206" cy="6858000"/>
          </a:xfrm>
          <a:prstGeom prst="rect">
            <a:avLst/>
          </a:prstGeom>
          <a:solidFill>
            <a:schemeClr val="bg1">
              <a:alpha val="2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alpha val="20000"/>
                </a:prstClr>
              </a:solidFill>
              <a:effectLst/>
              <a:uLnTx/>
              <a:uFillTx/>
              <a:latin typeface="Avenir Next LT Pro Light"/>
              <a:ea typeface="+mn-ea"/>
              <a:cs typeface="+mn-cs"/>
            </a:endParaRPr>
          </a:p>
        </p:txBody>
      </p:sp>
      <p:sp>
        <p:nvSpPr>
          <p:cNvPr id="20" name="Picture Placeholder 17">
            <a:extLst>
              <a:ext uri="{FF2B5EF4-FFF2-40B4-BE49-F238E27FC236}">
                <a16:creationId xmlns:a16="http://schemas.microsoft.com/office/drawing/2014/main" id="{6A17A7B9-79E8-403B-A59F-FC5E1C5034B4}"/>
              </a:ext>
            </a:extLst>
          </p:cNvPr>
          <p:cNvSpPr>
            <a:spLocks noGrp="1"/>
          </p:cNvSpPr>
          <p:nvPr>
            <p:ph type="pic" sz="quarter" idx="13" hasCustomPrompt="1"/>
          </p:nvPr>
        </p:nvSpPr>
        <p:spPr>
          <a:xfrm>
            <a:off x="7212013" y="539750"/>
            <a:ext cx="4438650" cy="2754313"/>
          </a:xfrm>
        </p:spPr>
        <p:txBody>
          <a:bodyPr rtlCol="0"/>
          <a:lstStyle>
            <a:lvl1pPr marL="0" indent="0" algn="ctr">
              <a:buNone/>
              <a:defRPr/>
            </a:lvl1pPr>
          </a:lstStyle>
          <a:p>
            <a:pPr rtl="0"/>
            <a:r>
              <a:rPr lang="en-GB" noProof="0"/>
              <a:t>Click to add photo</a:t>
            </a:r>
          </a:p>
        </p:txBody>
      </p:sp>
      <p:sp>
        <p:nvSpPr>
          <p:cNvPr id="21" name="Picture Placeholder 17">
            <a:extLst>
              <a:ext uri="{FF2B5EF4-FFF2-40B4-BE49-F238E27FC236}">
                <a16:creationId xmlns:a16="http://schemas.microsoft.com/office/drawing/2014/main" id="{F2DFBA6D-4E5F-452E-AB45-0AE0600C5F7F}"/>
              </a:ext>
            </a:extLst>
          </p:cNvPr>
          <p:cNvSpPr>
            <a:spLocks noGrp="1"/>
          </p:cNvSpPr>
          <p:nvPr>
            <p:ph type="pic" sz="quarter" idx="14" hasCustomPrompt="1"/>
          </p:nvPr>
        </p:nvSpPr>
        <p:spPr>
          <a:xfrm>
            <a:off x="7212014" y="3563687"/>
            <a:ext cx="4438650" cy="2754313"/>
          </a:xfrm>
        </p:spPr>
        <p:txBody>
          <a:bodyPr rtlCol="0"/>
          <a:lstStyle>
            <a:lvl1pPr marL="0" indent="0" algn="ctr">
              <a:buNone/>
              <a:defRPr/>
            </a:lvl1pPr>
          </a:lstStyle>
          <a:p>
            <a:pPr rtl="0"/>
            <a:r>
              <a:rPr lang="en-GB" noProof="0"/>
              <a:t>Click to add photo</a:t>
            </a:r>
          </a:p>
        </p:txBody>
      </p:sp>
      <p:sp>
        <p:nvSpPr>
          <p:cNvPr id="15" name="Footer Placeholder 4">
            <a:extLst>
              <a:ext uri="{FF2B5EF4-FFF2-40B4-BE49-F238E27FC236}">
                <a16:creationId xmlns:a16="http://schemas.microsoft.com/office/drawing/2014/main" id="{E8E05746-2784-43CF-84F7-0175BD650240}"/>
              </a:ext>
            </a:extLst>
          </p:cNvPr>
          <p:cNvSpPr>
            <a:spLocks noGrp="1"/>
          </p:cNvSpPr>
          <p:nvPr>
            <p:ph type="ftr" sz="quarter" idx="11"/>
          </p:nvPr>
        </p:nvSpPr>
        <p:spPr>
          <a:xfrm>
            <a:off x="3308350" y="6401999"/>
            <a:ext cx="5575300" cy="369332"/>
          </a:xfrm>
        </p:spPr>
        <p:txBody>
          <a:bodyPr rtlCol="0"/>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000" b="0" i="0" u="none" strike="noStrike" kern="1200" cap="all" spc="300" normalizeH="0" noProof="0">
                <a:ln>
                  <a:noFill/>
                </a:ln>
                <a:solidFill>
                  <a:prstClr val="white">
                    <a:alpha val="70000"/>
                  </a:prstClr>
                </a:solidFill>
                <a:effectLst/>
                <a:uLnTx/>
                <a:uFillTx/>
                <a:latin typeface="Avenir Next LT Pro Light"/>
                <a:ea typeface="+mn-ea"/>
                <a:cs typeface="+mn-cs"/>
              </a:rPr>
              <a:t>Presentation Title</a:t>
            </a:r>
          </a:p>
        </p:txBody>
      </p:sp>
      <p:sp>
        <p:nvSpPr>
          <p:cNvPr id="16" name="Slide Number Placeholder 5">
            <a:extLst>
              <a:ext uri="{FF2B5EF4-FFF2-40B4-BE49-F238E27FC236}">
                <a16:creationId xmlns:a16="http://schemas.microsoft.com/office/drawing/2014/main" id="{BB851CC3-3ED8-49E8-B8AC-6D79B036F307}"/>
              </a:ext>
            </a:extLst>
          </p:cNvPr>
          <p:cNvSpPr>
            <a:spLocks noGrp="1"/>
          </p:cNvSpPr>
          <p:nvPr>
            <p:ph type="sldNum" sz="quarter" idx="12"/>
          </p:nvPr>
        </p:nvSpPr>
        <p:spPr>
          <a:xfrm>
            <a:off x="9442800" y="6401999"/>
            <a:ext cx="2208212" cy="369332"/>
          </a:xfrm>
        </p:spPr>
        <p:txBody>
          <a:bodyPr rtlCol="0"/>
          <a:lstStyle/>
          <a:p>
            <a:pPr marL="0" marR="0" lvl="0" indent="0" algn="r" defTabSz="914400" rtl="0" eaLnBrk="1" fontAlgn="auto" latinLnBrk="0" hangingPunct="1">
              <a:lnSpc>
                <a:spcPct val="100000"/>
              </a:lnSpc>
              <a:spcBef>
                <a:spcPts val="0"/>
              </a:spcBef>
              <a:spcAft>
                <a:spcPts val="0"/>
              </a:spcAft>
              <a:buClrTx/>
              <a:buSzTx/>
              <a:buFontTx/>
              <a:buNone/>
              <a:tabLst/>
              <a:defRPr/>
            </a:pPr>
            <a:fld id="{D39607A7-8386-47DB-8578-DDEDD194E5D4}" type="slidenum">
              <a:rPr kumimoji="0" lang="en-GB" sz="1000" b="0" i="0" u="none" strike="noStrike" kern="1200" cap="all" spc="300" normalizeH="0" baseline="0" noProof="0" smtClean="0">
                <a:ln>
                  <a:noFill/>
                </a:ln>
                <a:solidFill>
                  <a:prstClr val="white">
                    <a:alpha val="70000"/>
                  </a:prstClr>
                </a:solidFill>
                <a:effectLst/>
                <a:uLnTx/>
                <a:uFillTx/>
                <a:latin typeface="Avenir Next LT Pro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GB" sz="1000" b="0" i="0" u="none" strike="noStrike" kern="1200" cap="all" spc="300" normalizeH="0" baseline="0" noProof="0">
              <a:ln>
                <a:noFill/>
              </a:ln>
              <a:solidFill>
                <a:prstClr val="white">
                  <a:alpha val="70000"/>
                </a:prstClr>
              </a:solidFill>
              <a:effectLst/>
              <a:uLnTx/>
              <a:uFillTx/>
              <a:latin typeface="Avenir Next LT Pro Light"/>
              <a:ea typeface="+mn-ea"/>
              <a:cs typeface="+mn-cs"/>
            </a:endParaRPr>
          </a:p>
        </p:txBody>
      </p:sp>
    </p:spTree>
    <p:extLst>
      <p:ext uri="{BB962C8B-B14F-4D97-AF65-F5344CB8AC3E}">
        <p14:creationId xmlns:p14="http://schemas.microsoft.com/office/powerpoint/2010/main" val="14807523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35" name="Title 1">
            <a:extLst>
              <a:ext uri="{FF2B5EF4-FFF2-40B4-BE49-F238E27FC236}">
                <a16:creationId xmlns:a16="http://schemas.microsoft.com/office/drawing/2014/main" id="{C2262EB2-92F3-45D5-977D-A254F9DC45B3}"/>
              </a:ext>
            </a:extLst>
          </p:cNvPr>
          <p:cNvSpPr>
            <a:spLocks noGrp="1"/>
          </p:cNvSpPr>
          <p:nvPr>
            <p:ph type="title"/>
          </p:nvPr>
        </p:nvSpPr>
        <p:spPr>
          <a:xfrm>
            <a:off x="4984750" y="1011237"/>
            <a:ext cx="6120000" cy="860400"/>
          </a:xfrm>
        </p:spPr>
        <p:txBody>
          <a:bodyPr rtlCol="0" anchor="b" anchorCtr="0"/>
          <a:lstStyle>
            <a:lvl1pPr algn="ctr">
              <a:defRPr/>
            </a:lvl1pPr>
          </a:lstStyle>
          <a:p>
            <a:pPr algn="ctr" rtl="0"/>
            <a:r>
              <a:rPr lang="en-US" noProof="0"/>
              <a:t>Click to edit Master title style</a:t>
            </a:r>
            <a:endParaRPr lang="en-GB" noProof="0"/>
          </a:p>
        </p:txBody>
      </p:sp>
      <p:sp>
        <p:nvSpPr>
          <p:cNvPr id="42" name="Picture Placeholder 7">
            <a:extLst>
              <a:ext uri="{FF2B5EF4-FFF2-40B4-BE49-F238E27FC236}">
                <a16:creationId xmlns:a16="http://schemas.microsoft.com/office/drawing/2014/main" id="{08B7B76C-AD95-41C0-859E-9A612EE3EB69}"/>
              </a:ext>
            </a:extLst>
          </p:cNvPr>
          <p:cNvSpPr>
            <a:spLocks noGrp="1"/>
          </p:cNvSpPr>
          <p:nvPr>
            <p:ph type="pic" sz="quarter" idx="13" hasCustomPrompt="1"/>
          </p:nvPr>
        </p:nvSpPr>
        <p:spPr>
          <a:xfrm>
            <a:off x="0" y="0"/>
            <a:ext cx="3870325" cy="6858000"/>
          </a:xfrm>
        </p:spPr>
        <p:txBody>
          <a:bodyPr rtlCol="0"/>
          <a:lstStyle>
            <a:lvl1pPr marL="0" indent="0" algn="ctr">
              <a:buNone/>
              <a:defRPr/>
            </a:lvl1pPr>
          </a:lstStyle>
          <a:p>
            <a:pPr rtl="0"/>
            <a:r>
              <a:rPr lang="en-GB" noProof="0"/>
              <a:t>Click to add photo</a:t>
            </a:r>
          </a:p>
        </p:txBody>
      </p:sp>
      <p:cxnSp>
        <p:nvCxnSpPr>
          <p:cNvPr id="37" name="Straight Connector 36">
            <a:extLst>
              <a:ext uri="{FF2B5EF4-FFF2-40B4-BE49-F238E27FC236}">
                <a16:creationId xmlns:a16="http://schemas.microsoft.com/office/drawing/2014/main" id="{FAF4E51F-526D-47C7-B091-D47773C1FEB8}"/>
              </a:ext>
              <a:ext uri="{C183D7F6-B498-43B3-948B-1728B52AA6E4}">
                <adec:decorative xmlns:adec="http://schemas.microsoft.com/office/drawing/2017/decorative" val="1"/>
              </a:ext>
            </a:extLst>
          </p:cNvPr>
          <p:cNvCxnSpPr>
            <a:cxnSpLocks/>
          </p:cNvCxnSpPr>
          <p:nvPr userDrawn="1"/>
        </p:nvCxnSpPr>
        <p:spPr>
          <a:xfrm>
            <a:off x="7774750" y="2310207"/>
            <a:ext cx="540000" cy="0"/>
          </a:xfrm>
          <a:prstGeom prst="line">
            <a:avLst/>
          </a:prstGeom>
          <a:ln w="10160">
            <a:solidFill>
              <a:schemeClr val="tx1"/>
            </a:solidFill>
          </a:ln>
        </p:spPr>
        <p:style>
          <a:lnRef idx="1">
            <a:schemeClr val="accent1"/>
          </a:lnRef>
          <a:fillRef idx="0">
            <a:schemeClr val="accent1"/>
          </a:fillRef>
          <a:effectRef idx="0">
            <a:schemeClr val="accent1"/>
          </a:effectRef>
          <a:fontRef idx="minor">
            <a:schemeClr val="tx1"/>
          </a:fontRef>
        </p:style>
      </p:cxnSp>
      <p:sp>
        <p:nvSpPr>
          <p:cNvPr id="38" name="Content Placeholder 2">
            <a:extLst>
              <a:ext uri="{FF2B5EF4-FFF2-40B4-BE49-F238E27FC236}">
                <a16:creationId xmlns:a16="http://schemas.microsoft.com/office/drawing/2014/main" id="{E4FE061B-0356-4C6F-A2CA-12D48BE34A15}"/>
              </a:ext>
            </a:extLst>
          </p:cNvPr>
          <p:cNvSpPr>
            <a:spLocks noGrp="1"/>
          </p:cNvSpPr>
          <p:nvPr>
            <p:ph idx="1"/>
          </p:nvPr>
        </p:nvSpPr>
        <p:spPr>
          <a:xfrm>
            <a:off x="4984750" y="2759076"/>
            <a:ext cx="6121400" cy="3009899"/>
          </a:xfrm>
        </p:spPr>
        <p:txBody>
          <a:bodyPr rtlCol="0">
            <a:normAutofit/>
          </a:bodyPr>
          <a:lstStyle>
            <a:lvl1pPr marL="0" indent="0">
              <a:buNone/>
              <a:defRPr/>
            </a:lvl1pPr>
          </a:lstStyle>
          <a:p>
            <a:pPr lvl="0" rtl="0"/>
            <a:r>
              <a:rPr lang="en-US" noProof="0"/>
              <a:t>Click to edit Master text styles</a:t>
            </a:r>
          </a:p>
        </p:txBody>
      </p:sp>
      <p:sp>
        <p:nvSpPr>
          <p:cNvPr id="39" name="Date Placeholder 3">
            <a:extLst>
              <a:ext uri="{FF2B5EF4-FFF2-40B4-BE49-F238E27FC236}">
                <a16:creationId xmlns:a16="http://schemas.microsoft.com/office/drawing/2014/main" id="{C9AB8836-3239-49B5-AB6F-4AF85F1F0654}"/>
              </a:ext>
            </a:extLst>
          </p:cNvPr>
          <p:cNvSpPr>
            <a:spLocks noGrp="1"/>
          </p:cNvSpPr>
          <p:nvPr>
            <p:ph type="dt" sz="half" idx="10"/>
          </p:nvPr>
        </p:nvSpPr>
        <p:spPr>
          <a:xfrm>
            <a:off x="541338" y="6401999"/>
            <a:ext cx="2206625" cy="369332"/>
          </a:xfrm>
        </p:spPr>
        <p:txBody>
          <a:bodyPr rtlCol="0"/>
          <a:lstStyle>
            <a:lvl1pPr>
              <a:defRPr>
                <a:effectLst>
                  <a:outerShdw blurRad="38100" dist="38100" dir="2700000" algn="tl">
                    <a:srgbClr val="000000">
                      <a:alpha val="43137"/>
                    </a:srgbClr>
                  </a:outerShdw>
                </a:effectLst>
              </a:defRPr>
            </a:lvl1pPr>
          </a:lstStyle>
          <a:p>
            <a:pPr rtl="0"/>
            <a:r>
              <a:rPr lang="en-GB" noProof="0">
                <a:solidFill>
                  <a:srgbClr val="FFFFFF"/>
                </a:solidFill>
              </a:rPr>
              <a:t>20XX</a:t>
            </a:r>
          </a:p>
        </p:txBody>
      </p:sp>
      <p:sp>
        <p:nvSpPr>
          <p:cNvPr id="40" name="Footer Placeholder 4">
            <a:extLst>
              <a:ext uri="{FF2B5EF4-FFF2-40B4-BE49-F238E27FC236}">
                <a16:creationId xmlns:a16="http://schemas.microsoft.com/office/drawing/2014/main" id="{77EAD6AC-E509-49A1-8E38-1CABD458AA0F}"/>
              </a:ext>
            </a:extLst>
          </p:cNvPr>
          <p:cNvSpPr>
            <a:spLocks noGrp="1"/>
          </p:cNvSpPr>
          <p:nvPr>
            <p:ph type="ftr" sz="quarter" idx="11"/>
          </p:nvPr>
        </p:nvSpPr>
        <p:spPr>
          <a:xfrm>
            <a:off x="3308350" y="6401999"/>
            <a:ext cx="5575300" cy="369332"/>
          </a:xfrm>
        </p:spPr>
        <p:txBody>
          <a:bodyPr rtlCol="0"/>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000" b="0" i="0" u="none" strike="noStrike" kern="1200" cap="all" spc="300" normalizeH="0" noProof="0">
                <a:ln>
                  <a:noFill/>
                </a:ln>
                <a:solidFill>
                  <a:prstClr val="white">
                    <a:alpha val="70000"/>
                  </a:prstClr>
                </a:solidFill>
                <a:effectLst/>
                <a:uLnTx/>
                <a:uFillTx/>
                <a:latin typeface="Avenir Next LT Pro Light"/>
                <a:ea typeface="+mn-ea"/>
                <a:cs typeface="+mn-cs"/>
              </a:rPr>
              <a:t>Presentation Title</a:t>
            </a:r>
          </a:p>
        </p:txBody>
      </p:sp>
      <p:sp>
        <p:nvSpPr>
          <p:cNvPr id="41" name="Slide Number Placeholder 5">
            <a:extLst>
              <a:ext uri="{FF2B5EF4-FFF2-40B4-BE49-F238E27FC236}">
                <a16:creationId xmlns:a16="http://schemas.microsoft.com/office/drawing/2014/main" id="{B689B03B-F230-4530-8C09-EFB8172382F2}"/>
              </a:ext>
            </a:extLst>
          </p:cNvPr>
          <p:cNvSpPr>
            <a:spLocks noGrp="1"/>
          </p:cNvSpPr>
          <p:nvPr>
            <p:ph type="sldNum" sz="quarter" idx="12"/>
          </p:nvPr>
        </p:nvSpPr>
        <p:spPr>
          <a:xfrm>
            <a:off x="9442800" y="6401999"/>
            <a:ext cx="2208212" cy="369332"/>
          </a:xfrm>
        </p:spPr>
        <p:txBody>
          <a:bodyPr rtlCol="0"/>
          <a:lstStyle/>
          <a:p>
            <a:pPr marL="0" marR="0" lvl="0" indent="0" algn="r" defTabSz="914400" rtl="0" eaLnBrk="1" fontAlgn="auto" latinLnBrk="0" hangingPunct="1">
              <a:lnSpc>
                <a:spcPct val="100000"/>
              </a:lnSpc>
              <a:spcBef>
                <a:spcPts val="0"/>
              </a:spcBef>
              <a:spcAft>
                <a:spcPts val="0"/>
              </a:spcAft>
              <a:buClrTx/>
              <a:buSzTx/>
              <a:buFontTx/>
              <a:buNone/>
              <a:tabLst/>
              <a:defRPr/>
            </a:pPr>
            <a:fld id="{D39607A7-8386-47DB-8578-DDEDD194E5D4}" type="slidenum">
              <a:rPr kumimoji="0" lang="en-GB" sz="1000" b="0" i="0" u="none" strike="noStrike" kern="1200" cap="all" spc="300" normalizeH="0" baseline="0" noProof="0" smtClean="0">
                <a:ln>
                  <a:noFill/>
                </a:ln>
                <a:solidFill>
                  <a:prstClr val="white">
                    <a:alpha val="70000"/>
                  </a:prstClr>
                </a:solidFill>
                <a:effectLst/>
                <a:uLnTx/>
                <a:uFillTx/>
                <a:latin typeface="Avenir Next LT Pro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GB" sz="1000" b="0" i="0" u="none" strike="noStrike" kern="1200" cap="all" spc="300" normalizeH="0" baseline="0" noProof="0">
              <a:ln>
                <a:noFill/>
              </a:ln>
              <a:solidFill>
                <a:prstClr val="white">
                  <a:alpha val="70000"/>
                </a:prstClr>
              </a:solidFill>
              <a:effectLst/>
              <a:uLnTx/>
              <a:uFillTx/>
              <a:latin typeface="Avenir Next LT Pro Light"/>
              <a:ea typeface="+mn-ea"/>
              <a:cs typeface="+mn-cs"/>
            </a:endParaRPr>
          </a:p>
        </p:txBody>
      </p:sp>
    </p:spTree>
    <p:extLst>
      <p:ext uri="{BB962C8B-B14F-4D97-AF65-F5344CB8AC3E}">
        <p14:creationId xmlns:p14="http://schemas.microsoft.com/office/powerpoint/2010/main" val="173443757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Chart">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40C57E2F-CF72-48C4-856E-92187475D10F}"/>
              </a:ext>
            </a:extLst>
          </p:cNvPr>
          <p:cNvSpPr>
            <a:spLocks noGrp="1"/>
          </p:cNvSpPr>
          <p:nvPr>
            <p:ph type="title"/>
          </p:nvPr>
        </p:nvSpPr>
        <p:spPr>
          <a:xfrm>
            <a:off x="1082675" y="531815"/>
            <a:ext cx="10026650" cy="910310"/>
          </a:xfrm>
        </p:spPr>
        <p:txBody>
          <a:bodyPr wrap="square" rtlCol="0" anchor="b" anchorCtr="0">
            <a:normAutofit/>
          </a:bodyPr>
          <a:lstStyle>
            <a:lvl1pPr algn="ctr">
              <a:defRPr/>
            </a:lvl1pPr>
          </a:lstStyle>
          <a:p>
            <a:pPr algn="ctr" rtl="0"/>
            <a:r>
              <a:rPr lang="en-US" noProof="0"/>
              <a:t>Click to edit Master title style</a:t>
            </a:r>
            <a:endParaRPr lang="en-GB" noProof="0"/>
          </a:p>
        </p:txBody>
      </p:sp>
      <p:cxnSp>
        <p:nvCxnSpPr>
          <p:cNvPr id="11" name="Straight Connector 10">
            <a:extLst>
              <a:ext uri="{FF2B5EF4-FFF2-40B4-BE49-F238E27FC236}">
                <a16:creationId xmlns:a16="http://schemas.microsoft.com/office/drawing/2014/main" id="{5E4553B0-7C73-46E8-9FC4-383280D1C461}"/>
              </a:ext>
              <a:ext uri="{C183D7F6-B498-43B3-948B-1728B52AA6E4}">
                <adec:decorative xmlns:adec="http://schemas.microsoft.com/office/drawing/2017/decorative" val="1"/>
              </a:ext>
            </a:extLst>
          </p:cNvPr>
          <p:cNvCxnSpPr>
            <a:cxnSpLocks/>
          </p:cNvCxnSpPr>
          <p:nvPr userDrawn="1"/>
        </p:nvCxnSpPr>
        <p:spPr>
          <a:xfrm>
            <a:off x="5819649" y="1893832"/>
            <a:ext cx="5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Date Placeholder 3">
            <a:extLst>
              <a:ext uri="{FF2B5EF4-FFF2-40B4-BE49-F238E27FC236}">
                <a16:creationId xmlns:a16="http://schemas.microsoft.com/office/drawing/2014/main" id="{C44832F9-70D2-44CF-ABB6-82AEA0FA67AF}"/>
              </a:ext>
            </a:extLst>
          </p:cNvPr>
          <p:cNvSpPr>
            <a:spLocks noGrp="1"/>
          </p:cNvSpPr>
          <p:nvPr>
            <p:ph type="dt" sz="half" idx="10"/>
          </p:nvPr>
        </p:nvSpPr>
        <p:spPr>
          <a:xfrm>
            <a:off x="541338" y="6401999"/>
            <a:ext cx="2206625" cy="369332"/>
          </a:xfrm>
        </p:spPr>
        <p:txBody>
          <a:bodyPr rtlCol="0"/>
          <a:lstStyle>
            <a:lvl1pPr>
              <a:defRPr/>
            </a:lvl1pPr>
          </a:lstStyle>
          <a:p>
            <a:pPr rtl="0">
              <a:defRPr/>
            </a:pPr>
            <a:r>
              <a:rPr lang="en-GB" noProof="0">
                <a:solidFill>
                  <a:prstClr val="white">
                    <a:alpha val="70000"/>
                  </a:prstClr>
                </a:solidFill>
              </a:rPr>
              <a:t>20XX</a:t>
            </a:r>
          </a:p>
        </p:txBody>
      </p:sp>
      <p:sp>
        <p:nvSpPr>
          <p:cNvPr id="13" name="Footer Placeholder 4">
            <a:extLst>
              <a:ext uri="{FF2B5EF4-FFF2-40B4-BE49-F238E27FC236}">
                <a16:creationId xmlns:a16="http://schemas.microsoft.com/office/drawing/2014/main" id="{D954CB3D-A29B-4523-A51B-9BBDA540FE33}"/>
              </a:ext>
            </a:extLst>
          </p:cNvPr>
          <p:cNvSpPr>
            <a:spLocks noGrp="1"/>
          </p:cNvSpPr>
          <p:nvPr>
            <p:ph type="ftr" sz="quarter" idx="11"/>
          </p:nvPr>
        </p:nvSpPr>
        <p:spPr>
          <a:xfrm>
            <a:off x="3308350" y="6401999"/>
            <a:ext cx="5575300" cy="369332"/>
          </a:xfrm>
        </p:spPr>
        <p:txBody>
          <a:bodyPr rtlCol="0"/>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000" b="0" i="0" u="none" strike="noStrike" kern="1200" cap="all" spc="300" normalizeH="0" noProof="0">
                <a:ln>
                  <a:noFill/>
                </a:ln>
                <a:solidFill>
                  <a:prstClr val="white">
                    <a:alpha val="70000"/>
                  </a:prstClr>
                </a:solidFill>
                <a:effectLst/>
                <a:uLnTx/>
                <a:uFillTx/>
                <a:latin typeface="Avenir Next LT Pro Light"/>
                <a:ea typeface="+mn-ea"/>
                <a:cs typeface="+mn-cs"/>
              </a:rPr>
              <a:t>Presentation Title</a:t>
            </a:r>
          </a:p>
        </p:txBody>
      </p:sp>
      <p:sp>
        <p:nvSpPr>
          <p:cNvPr id="14" name="Slide Number Placeholder 5">
            <a:extLst>
              <a:ext uri="{FF2B5EF4-FFF2-40B4-BE49-F238E27FC236}">
                <a16:creationId xmlns:a16="http://schemas.microsoft.com/office/drawing/2014/main" id="{788D83C5-3820-4BD6-AFF4-74306090A21D}"/>
              </a:ext>
            </a:extLst>
          </p:cNvPr>
          <p:cNvSpPr>
            <a:spLocks noGrp="1"/>
          </p:cNvSpPr>
          <p:nvPr>
            <p:ph type="sldNum" sz="quarter" idx="12"/>
          </p:nvPr>
        </p:nvSpPr>
        <p:spPr>
          <a:xfrm>
            <a:off x="9442800" y="6401999"/>
            <a:ext cx="2208212" cy="369332"/>
          </a:xfrm>
        </p:spPr>
        <p:txBody>
          <a:bodyPr rtlCol="0"/>
          <a:lstStyle/>
          <a:p>
            <a:pPr marL="0" marR="0" lvl="0" indent="0" algn="r" defTabSz="914400" rtl="0" eaLnBrk="1" fontAlgn="auto" latinLnBrk="0" hangingPunct="1">
              <a:lnSpc>
                <a:spcPct val="100000"/>
              </a:lnSpc>
              <a:spcBef>
                <a:spcPts val="0"/>
              </a:spcBef>
              <a:spcAft>
                <a:spcPts val="0"/>
              </a:spcAft>
              <a:buClrTx/>
              <a:buSzTx/>
              <a:buFontTx/>
              <a:buNone/>
              <a:tabLst/>
              <a:defRPr/>
            </a:pPr>
            <a:fld id="{D39607A7-8386-47DB-8578-DDEDD194E5D4}" type="slidenum">
              <a:rPr kumimoji="0" lang="en-GB" sz="1000" b="0" i="0" u="none" strike="noStrike" kern="1200" cap="all" spc="300" normalizeH="0" baseline="0" noProof="0" smtClean="0">
                <a:ln>
                  <a:noFill/>
                </a:ln>
                <a:solidFill>
                  <a:prstClr val="white">
                    <a:alpha val="70000"/>
                  </a:prstClr>
                </a:solidFill>
                <a:effectLst/>
                <a:uLnTx/>
                <a:uFillTx/>
                <a:latin typeface="Avenir Next LT Pro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GB" sz="1000" b="0" i="0" u="none" strike="noStrike" kern="1200" cap="all" spc="300" normalizeH="0" baseline="0" noProof="0">
              <a:ln>
                <a:noFill/>
              </a:ln>
              <a:solidFill>
                <a:prstClr val="white">
                  <a:alpha val="70000"/>
                </a:prstClr>
              </a:solidFill>
              <a:effectLst/>
              <a:uLnTx/>
              <a:uFillTx/>
              <a:latin typeface="Avenir Next LT Pro Light"/>
              <a:ea typeface="+mn-ea"/>
              <a:cs typeface="+mn-cs"/>
            </a:endParaRPr>
          </a:p>
        </p:txBody>
      </p:sp>
      <p:sp>
        <p:nvSpPr>
          <p:cNvPr id="3" name="Content Placeholder 2">
            <a:extLst>
              <a:ext uri="{FF2B5EF4-FFF2-40B4-BE49-F238E27FC236}">
                <a16:creationId xmlns:a16="http://schemas.microsoft.com/office/drawing/2014/main" id="{B3197F15-FEA9-40D4-BDB0-13A77FECA877}"/>
              </a:ext>
            </a:extLst>
          </p:cNvPr>
          <p:cNvSpPr>
            <a:spLocks noGrp="1"/>
          </p:cNvSpPr>
          <p:nvPr>
            <p:ph sz="quarter" idx="13" hasCustomPrompt="1"/>
          </p:nvPr>
        </p:nvSpPr>
        <p:spPr>
          <a:xfrm>
            <a:off x="844550" y="2319338"/>
            <a:ext cx="10502900" cy="3717925"/>
          </a:xfrm>
        </p:spPr>
        <p:txBody>
          <a:bodyPr rtlCol="0"/>
          <a:lstStyle>
            <a:lvl1pPr>
              <a:defRPr/>
            </a:lvl1pPr>
          </a:lstStyle>
          <a:p>
            <a:pPr lvl="0" rtl="0"/>
            <a:r>
              <a:rPr lang="en-GB" noProof="0"/>
              <a:t>Click to add content</a:t>
            </a:r>
          </a:p>
        </p:txBody>
      </p:sp>
    </p:spTree>
    <p:extLst>
      <p:ext uri="{BB962C8B-B14F-4D97-AF65-F5344CB8AC3E}">
        <p14:creationId xmlns:p14="http://schemas.microsoft.com/office/powerpoint/2010/main" val="304395246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Table">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76F1404-6040-436F-A4F1-5A505FA30EA9}"/>
              </a:ext>
            </a:extLst>
          </p:cNvPr>
          <p:cNvSpPr>
            <a:spLocks noGrp="1"/>
          </p:cNvSpPr>
          <p:nvPr>
            <p:ph sz="quarter" idx="13" hasCustomPrompt="1"/>
          </p:nvPr>
        </p:nvSpPr>
        <p:spPr>
          <a:xfrm>
            <a:off x="882650" y="2441575"/>
            <a:ext cx="10426700" cy="3479800"/>
          </a:xfrm>
        </p:spPr>
        <p:txBody>
          <a:bodyPr rtlCol="0"/>
          <a:lstStyle>
            <a:lvl1pPr>
              <a:defRPr/>
            </a:lvl1pPr>
          </a:lstStyle>
          <a:p>
            <a:pPr lvl="0" rtl="0"/>
            <a:r>
              <a:rPr lang="en-GB" noProof="0"/>
              <a:t>Click to add content</a:t>
            </a:r>
          </a:p>
        </p:txBody>
      </p:sp>
      <p:sp>
        <p:nvSpPr>
          <p:cNvPr id="6" name="Title 1">
            <a:extLst>
              <a:ext uri="{FF2B5EF4-FFF2-40B4-BE49-F238E27FC236}">
                <a16:creationId xmlns:a16="http://schemas.microsoft.com/office/drawing/2014/main" id="{25ABF0D4-6E3E-4B6A-9402-0B1819B2EA41}"/>
              </a:ext>
            </a:extLst>
          </p:cNvPr>
          <p:cNvSpPr>
            <a:spLocks noGrp="1"/>
          </p:cNvSpPr>
          <p:nvPr>
            <p:ph type="title"/>
          </p:nvPr>
        </p:nvSpPr>
        <p:spPr>
          <a:xfrm>
            <a:off x="1082675" y="531815"/>
            <a:ext cx="10026650" cy="910310"/>
          </a:xfrm>
        </p:spPr>
        <p:txBody>
          <a:bodyPr wrap="square" rtlCol="0" anchor="b" anchorCtr="0">
            <a:normAutofit/>
          </a:bodyPr>
          <a:lstStyle>
            <a:lvl1pPr algn="ctr">
              <a:defRPr/>
            </a:lvl1pPr>
          </a:lstStyle>
          <a:p>
            <a:pPr algn="ctr" rtl="0"/>
            <a:r>
              <a:rPr lang="en-US" noProof="0"/>
              <a:t>Click to edit Master title style</a:t>
            </a:r>
            <a:endParaRPr lang="en-GB" noProof="0"/>
          </a:p>
        </p:txBody>
      </p:sp>
      <p:cxnSp>
        <p:nvCxnSpPr>
          <p:cNvPr id="7" name="Straight Connector 6">
            <a:extLst>
              <a:ext uri="{FF2B5EF4-FFF2-40B4-BE49-F238E27FC236}">
                <a16:creationId xmlns:a16="http://schemas.microsoft.com/office/drawing/2014/main" id="{5DAB4820-09C0-4A6A-9DEF-D377D04A2CE8}"/>
              </a:ext>
              <a:ext uri="{C183D7F6-B498-43B3-948B-1728B52AA6E4}">
                <adec:decorative xmlns:adec="http://schemas.microsoft.com/office/drawing/2017/decorative" val="1"/>
              </a:ext>
            </a:extLst>
          </p:cNvPr>
          <p:cNvCxnSpPr>
            <a:cxnSpLocks/>
          </p:cNvCxnSpPr>
          <p:nvPr userDrawn="1"/>
        </p:nvCxnSpPr>
        <p:spPr>
          <a:xfrm>
            <a:off x="5819649" y="1893832"/>
            <a:ext cx="5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Date Placeholder 3">
            <a:extLst>
              <a:ext uri="{FF2B5EF4-FFF2-40B4-BE49-F238E27FC236}">
                <a16:creationId xmlns:a16="http://schemas.microsoft.com/office/drawing/2014/main" id="{75B58DA2-1433-4624-A301-D9496CB28975}"/>
              </a:ext>
            </a:extLst>
          </p:cNvPr>
          <p:cNvSpPr>
            <a:spLocks noGrp="1"/>
          </p:cNvSpPr>
          <p:nvPr>
            <p:ph type="dt" sz="half" idx="10"/>
          </p:nvPr>
        </p:nvSpPr>
        <p:spPr>
          <a:xfrm>
            <a:off x="541338" y="6401999"/>
            <a:ext cx="2206625" cy="369332"/>
          </a:xfrm>
        </p:spPr>
        <p:txBody>
          <a:bodyPr rtlCol="0"/>
          <a:lstStyle>
            <a:lvl1pPr>
              <a:defRPr/>
            </a:lvl1pPr>
          </a:lstStyle>
          <a:p>
            <a:pPr rtl="0">
              <a:defRPr/>
            </a:pPr>
            <a:r>
              <a:rPr lang="en-GB" noProof="0">
                <a:solidFill>
                  <a:prstClr val="white">
                    <a:alpha val="70000"/>
                  </a:prstClr>
                </a:solidFill>
              </a:rPr>
              <a:t>20XX</a:t>
            </a:r>
          </a:p>
        </p:txBody>
      </p:sp>
      <p:sp>
        <p:nvSpPr>
          <p:cNvPr id="9" name="Footer Placeholder 4">
            <a:extLst>
              <a:ext uri="{FF2B5EF4-FFF2-40B4-BE49-F238E27FC236}">
                <a16:creationId xmlns:a16="http://schemas.microsoft.com/office/drawing/2014/main" id="{428E4701-5991-4858-AE71-47400E64FE23}"/>
              </a:ext>
            </a:extLst>
          </p:cNvPr>
          <p:cNvSpPr>
            <a:spLocks noGrp="1"/>
          </p:cNvSpPr>
          <p:nvPr>
            <p:ph type="ftr" sz="quarter" idx="11"/>
          </p:nvPr>
        </p:nvSpPr>
        <p:spPr>
          <a:xfrm>
            <a:off x="3308350" y="6401999"/>
            <a:ext cx="5575300" cy="369332"/>
          </a:xfrm>
        </p:spPr>
        <p:txBody>
          <a:bodyPr rtlCol="0"/>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000" b="0" i="0" u="none" strike="noStrike" kern="1200" cap="all" spc="300" normalizeH="0" noProof="0">
                <a:ln>
                  <a:noFill/>
                </a:ln>
                <a:solidFill>
                  <a:prstClr val="white">
                    <a:alpha val="70000"/>
                  </a:prstClr>
                </a:solidFill>
                <a:effectLst/>
                <a:uLnTx/>
                <a:uFillTx/>
                <a:latin typeface="Avenir Next LT Pro Light"/>
                <a:ea typeface="+mn-ea"/>
                <a:cs typeface="+mn-cs"/>
              </a:rPr>
              <a:t>Presentation Title</a:t>
            </a:r>
          </a:p>
        </p:txBody>
      </p:sp>
      <p:sp>
        <p:nvSpPr>
          <p:cNvPr id="10" name="Slide Number Placeholder 5">
            <a:extLst>
              <a:ext uri="{FF2B5EF4-FFF2-40B4-BE49-F238E27FC236}">
                <a16:creationId xmlns:a16="http://schemas.microsoft.com/office/drawing/2014/main" id="{AC430A52-01FF-4B61-8B7A-C60A8D06B2A6}"/>
              </a:ext>
            </a:extLst>
          </p:cNvPr>
          <p:cNvSpPr>
            <a:spLocks noGrp="1"/>
          </p:cNvSpPr>
          <p:nvPr>
            <p:ph type="sldNum" sz="quarter" idx="12"/>
          </p:nvPr>
        </p:nvSpPr>
        <p:spPr>
          <a:xfrm>
            <a:off x="9442800" y="6401999"/>
            <a:ext cx="2208212" cy="369332"/>
          </a:xfrm>
        </p:spPr>
        <p:txBody>
          <a:bodyPr rtlCol="0"/>
          <a:lstStyle/>
          <a:p>
            <a:pPr marL="0" marR="0" lvl="0" indent="0" algn="r" defTabSz="914400" rtl="0" eaLnBrk="1" fontAlgn="auto" latinLnBrk="0" hangingPunct="1">
              <a:lnSpc>
                <a:spcPct val="100000"/>
              </a:lnSpc>
              <a:spcBef>
                <a:spcPts val="0"/>
              </a:spcBef>
              <a:spcAft>
                <a:spcPts val="0"/>
              </a:spcAft>
              <a:buClrTx/>
              <a:buSzTx/>
              <a:buFontTx/>
              <a:buNone/>
              <a:tabLst/>
              <a:defRPr/>
            </a:pPr>
            <a:fld id="{D39607A7-8386-47DB-8578-DDEDD194E5D4}" type="slidenum">
              <a:rPr kumimoji="0" lang="en-GB" sz="1000" b="0" i="0" u="none" strike="noStrike" kern="1200" cap="all" spc="300" normalizeH="0" baseline="0" noProof="0" smtClean="0">
                <a:ln>
                  <a:noFill/>
                </a:ln>
                <a:solidFill>
                  <a:prstClr val="white">
                    <a:alpha val="70000"/>
                  </a:prstClr>
                </a:solidFill>
                <a:effectLst/>
                <a:uLnTx/>
                <a:uFillTx/>
                <a:latin typeface="Avenir Next LT Pro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GB" sz="1000" b="0" i="0" u="none" strike="noStrike" kern="1200" cap="all" spc="300" normalizeH="0" baseline="0" noProof="0">
              <a:ln>
                <a:noFill/>
              </a:ln>
              <a:solidFill>
                <a:prstClr val="white">
                  <a:alpha val="70000"/>
                </a:prstClr>
              </a:solidFill>
              <a:effectLst/>
              <a:uLnTx/>
              <a:uFillTx/>
              <a:latin typeface="Avenir Next LT Pro Light"/>
              <a:ea typeface="+mn-ea"/>
              <a:cs typeface="+mn-cs"/>
            </a:endParaRPr>
          </a:p>
        </p:txBody>
      </p:sp>
    </p:spTree>
    <p:extLst>
      <p:ext uri="{BB962C8B-B14F-4D97-AF65-F5344CB8AC3E}">
        <p14:creationId xmlns:p14="http://schemas.microsoft.com/office/powerpoint/2010/main" val="22143398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88FC32C6-4CA8-4D0A-96AC-76733C2BC757}"/>
              </a:ext>
            </a:extLst>
          </p:cNvPr>
          <p:cNvSpPr>
            <a:spLocks noGrp="1"/>
          </p:cNvSpPr>
          <p:nvPr>
            <p:ph type="pic" sz="quarter" idx="13" hasCustomPrompt="1"/>
          </p:nvPr>
        </p:nvSpPr>
        <p:spPr>
          <a:xfrm>
            <a:off x="541337" y="542924"/>
            <a:ext cx="11109663" cy="5772395"/>
          </a:xfrm>
        </p:spPr>
        <p:txBody>
          <a:bodyPr rtlCol="0"/>
          <a:lstStyle>
            <a:lvl1pPr marL="0" indent="0" algn="ctr">
              <a:buNone/>
              <a:defRPr/>
            </a:lvl1pPr>
          </a:lstStyle>
          <a:p>
            <a:pPr rtl="0"/>
            <a:r>
              <a:rPr lang="en-GB" noProof="0"/>
              <a:t>Click to add photo</a:t>
            </a:r>
          </a:p>
        </p:txBody>
      </p:sp>
      <p:sp>
        <p:nvSpPr>
          <p:cNvPr id="2" name="Title 1">
            <a:extLst>
              <a:ext uri="{FF2B5EF4-FFF2-40B4-BE49-F238E27FC236}">
                <a16:creationId xmlns:a16="http://schemas.microsoft.com/office/drawing/2014/main" id="{A516D5E1-C594-4160-9367-2B471F6C2A9F}"/>
              </a:ext>
            </a:extLst>
          </p:cNvPr>
          <p:cNvSpPr>
            <a:spLocks noGrp="1"/>
          </p:cNvSpPr>
          <p:nvPr>
            <p:ph type="title"/>
          </p:nvPr>
        </p:nvSpPr>
        <p:spPr>
          <a:xfrm>
            <a:off x="541000" y="552841"/>
            <a:ext cx="11109663" cy="3560127"/>
          </a:xfrm>
          <a:gradFill flip="none" rotWithShape="0">
            <a:gsLst>
              <a:gs pos="0">
                <a:schemeClr val="bg1">
                  <a:alpha val="57000"/>
                </a:schemeClr>
              </a:gs>
              <a:gs pos="86000">
                <a:schemeClr val="bg1">
                  <a:alpha val="0"/>
                </a:schemeClr>
              </a:gs>
            </a:gsLst>
            <a:path path="circle">
              <a:fillToRect l="50000" t="50000" r="50000" b="50000"/>
            </a:path>
            <a:tileRect/>
          </a:gradFill>
        </p:spPr>
        <p:txBody>
          <a:bodyPr lIns="1554480" rIns="1554480" bIns="914400" rtlCol="0" anchor="b"/>
          <a:lstStyle>
            <a:lvl1pPr algn="ctr">
              <a:lnSpc>
                <a:spcPct val="125000"/>
              </a:lnSpc>
              <a:spcBef>
                <a:spcPts val="1000"/>
              </a:spcBef>
              <a:defRPr>
                <a:solidFill>
                  <a:schemeClr val="tx1"/>
                </a:solidFill>
                <a:effectLst>
                  <a:outerShdw blurRad="38100" dist="38100" dir="2700000" algn="tl">
                    <a:srgbClr val="000000">
                      <a:alpha val="43137"/>
                    </a:srgbClr>
                  </a:outerShdw>
                </a:effectLst>
              </a:defRPr>
            </a:lvl1pPr>
          </a:lstStyle>
          <a:p>
            <a:pPr rtl="0"/>
            <a:r>
              <a:rPr lang="en-US" noProof="0"/>
              <a:t>Click to edit Master title style</a:t>
            </a:r>
            <a:endParaRPr lang="en-GB" noProof="0"/>
          </a:p>
        </p:txBody>
      </p:sp>
      <p:sp>
        <p:nvSpPr>
          <p:cNvPr id="11" name="Subtitle 5">
            <a:extLst>
              <a:ext uri="{FF2B5EF4-FFF2-40B4-BE49-F238E27FC236}">
                <a16:creationId xmlns:a16="http://schemas.microsoft.com/office/drawing/2014/main" id="{3C87561D-53CF-4295-8BCE-C9ACAA1DE94A}"/>
              </a:ext>
            </a:extLst>
          </p:cNvPr>
          <p:cNvSpPr>
            <a:spLocks noGrp="1"/>
          </p:cNvSpPr>
          <p:nvPr>
            <p:ph type="subTitle" idx="1"/>
          </p:nvPr>
        </p:nvSpPr>
        <p:spPr>
          <a:xfrm>
            <a:off x="540663" y="4113212"/>
            <a:ext cx="11109999" cy="2201863"/>
          </a:xfrm>
          <a:gradFill flip="none" rotWithShape="0">
            <a:gsLst>
              <a:gs pos="0">
                <a:schemeClr val="bg1">
                  <a:alpha val="55000"/>
                </a:schemeClr>
              </a:gs>
              <a:gs pos="76000">
                <a:schemeClr val="bg1">
                  <a:alpha val="0"/>
                </a:schemeClr>
              </a:gs>
            </a:gsLst>
            <a:path path="circle">
              <a:fillToRect l="50000" t="50000" r="50000" b="50000"/>
            </a:path>
            <a:tileRect/>
          </a:gradFill>
        </p:spPr>
        <p:txBody>
          <a:bodyPr rtlCol="0"/>
          <a:lstStyle>
            <a:lvl1pPr marL="0" indent="0" algn="ctr">
              <a:buNone/>
              <a:defRPr i="1">
                <a:solidFill>
                  <a:schemeClr val="tx1"/>
                </a:solidFill>
              </a:defRPr>
            </a:lvl1pPr>
          </a:lstStyle>
          <a:p>
            <a:pPr rtl="0"/>
            <a:r>
              <a:rPr lang="en-US" noProof="0">
                <a:solidFill>
                  <a:srgbClr val="FFFFFF"/>
                </a:solidFill>
              </a:rPr>
              <a:t>Click to edit Master subtitle style</a:t>
            </a:r>
            <a:endParaRPr lang="en-GB" noProof="0">
              <a:solidFill>
                <a:srgbClr val="FFFFFF"/>
              </a:solidFill>
            </a:endParaRPr>
          </a:p>
        </p:txBody>
      </p:sp>
      <p:sp>
        <p:nvSpPr>
          <p:cNvPr id="15" name="Date Placeholder 47">
            <a:extLst>
              <a:ext uri="{FF2B5EF4-FFF2-40B4-BE49-F238E27FC236}">
                <a16:creationId xmlns:a16="http://schemas.microsoft.com/office/drawing/2014/main" id="{A3B22F32-6863-413E-917C-18EA0DFB02D7}"/>
              </a:ext>
            </a:extLst>
          </p:cNvPr>
          <p:cNvSpPr>
            <a:spLocks noGrp="1"/>
          </p:cNvSpPr>
          <p:nvPr>
            <p:ph type="dt" sz="half" idx="10"/>
          </p:nvPr>
        </p:nvSpPr>
        <p:spPr>
          <a:xfrm>
            <a:off x="541338" y="6401999"/>
            <a:ext cx="2206625" cy="369332"/>
          </a:xfrm>
        </p:spPr>
        <p:txBody>
          <a:bodyPr rtlCol="0"/>
          <a:lstStyle>
            <a:lvl1pPr>
              <a:defRPr/>
            </a:lvl1pPr>
          </a:lstStyle>
          <a:p>
            <a:pPr rtl="0">
              <a:defRPr/>
            </a:pPr>
            <a:r>
              <a:rPr lang="en-GB" noProof="0">
                <a:solidFill>
                  <a:prstClr val="white">
                    <a:alpha val="70000"/>
                  </a:prstClr>
                </a:solidFill>
              </a:rPr>
              <a:t>20XX</a:t>
            </a:r>
          </a:p>
        </p:txBody>
      </p:sp>
      <p:sp>
        <p:nvSpPr>
          <p:cNvPr id="16" name="Footer Placeholder 48">
            <a:extLst>
              <a:ext uri="{FF2B5EF4-FFF2-40B4-BE49-F238E27FC236}">
                <a16:creationId xmlns:a16="http://schemas.microsoft.com/office/drawing/2014/main" id="{C1CD5745-E602-4F82-9381-B24C8EF2B2D1}"/>
              </a:ext>
            </a:extLst>
          </p:cNvPr>
          <p:cNvSpPr>
            <a:spLocks noGrp="1"/>
          </p:cNvSpPr>
          <p:nvPr>
            <p:ph type="ftr" sz="quarter" idx="11"/>
          </p:nvPr>
        </p:nvSpPr>
        <p:spPr>
          <a:xfrm>
            <a:off x="3308350" y="6401999"/>
            <a:ext cx="5575300" cy="369332"/>
          </a:xfrm>
        </p:spPr>
        <p:txBody>
          <a:bodyPr rtlCol="0"/>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000" b="0" i="0" u="none" strike="noStrike" kern="1200" cap="all" spc="300" normalizeH="0" noProof="0">
                <a:ln>
                  <a:noFill/>
                </a:ln>
                <a:solidFill>
                  <a:prstClr val="white">
                    <a:alpha val="70000"/>
                  </a:prstClr>
                </a:solidFill>
                <a:effectLst/>
                <a:uLnTx/>
                <a:uFillTx/>
                <a:latin typeface="Avenir Next LT Pro Light"/>
                <a:ea typeface="+mn-ea"/>
                <a:cs typeface="+mn-cs"/>
              </a:rPr>
              <a:t>Presentation Title</a:t>
            </a:r>
          </a:p>
        </p:txBody>
      </p:sp>
      <p:sp>
        <p:nvSpPr>
          <p:cNvPr id="17" name="Slide Number Placeholder 49">
            <a:extLst>
              <a:ext uri="{FF2B5EF4-FFF2-40B4-BE49-F238E27FC236}">
                <a16:creationId xmlns:a16="http://schemas.microsoft.com/office/drawing/2014/main" id="{D8E278D8-BE28-49BF-B9CA-C67917808C7D}"/>
              </a:ext>
            </a:extLst>
          </p:cNvPr>
          <p:cNvSpPr>
            <a:spLocks noGrp="1"/>
          </p:cNvSpPr>
          <p:nvPr>
            <p:ph type="sldNum" sz="quarter" idx="12"/>
          </p:nvPr>
        </p:nvSpPr>
        <p:spPr>
          <a:xfrm>
            <a:off x="9442800" y="6401999"/>
            <a:ext cx="2208212" cy="369332"/>
          </a:xfrm>
        </p:spPr>
        <p:txBody>
          <a:bodyPr rtlCol="0"/>
          <a:lstStyle/>
          <a:p>
            <a:pPr marL="0" marR="0" lvl="0" indent="0" algn="r" defTabSz="914400" rtl="0" eaLnBrk="1" fontAlgn="auto" latinLnBrk="0" hangingPunct="1">
              <a:lnSpc>
                <a:spcPct val="100000"/>
              </a:lnSpc>
              <a:spcBef>
                <a:spcPts val="0"/>
              </a:spcBef>
              <a:spcAft>
                <a:spcPts val="0"/>
              </a:spcAft>
              <a:buClrTx/>
              <a:buSzTx/>
              <a:buFontTx/>
              <a:buNone/>
              <a:tabLst/>
              <a:defRPr/>
            </a:pPr>
            <a:fld id="{D39607A7-8386-47DB-8578-DDEDD194E5D4}" type="slidenum">
              <a:rPr kumimoji="0" lang="en-GB" sz="1000" b="0" i="0" u="none" strike="noStrike" kern="1200" cap="all" spc="300" normalizeH="0" baseline="0" noProof="0" smtClean="0">
                <a:ln>
                  <a:noFill/>
                </a:ln>
                <a:solidFill>
                  <a:prstClr val="white">
                    <a:alpha val="70000"/>
                  </a:prstClr>
                </a:solidFill>
                <a:effectLst/>
                <a:uLnTx/>
                <a:uFillTx/>
                <a:latin typeface="Avenir Next LT Pro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GB" sz="1000" b="0" i="0" u="none" strike="noStrike" kern="1200" cap="all" spc="300" normalizeH="0" baseline="0" noProof="0">
              <a:ln>
                <a:noFill/>
              </a:ln>
              <a:solidFill>
                <a:prstClr val="white">
                  <a:alpha val="70000"/>
                </a:prstClr>
              </a:solidFill>
              <a:effectLst/>
              <a:uLnTx/>
              <a:uFillTx/>
              <a:latin typeface="Avenir Next LT Pro Light"/>
              <a:ea typeface="+mn-ea"/>
              <a:cs typeface="+mn-cs"/>
            </a:endParaRPr>
          </a:p>
        </p:txBody>
      </p:sp>
    </p:spTree>
    <p:extLst>
      <p:ext uri="{BB962C8B-B14F-4D97-AF65-F5344CB8AC3E}">
        <p14:creationId xmlns:p14="http://schemas.microsoft.com/office/powerpoint/2010/main" val="323610948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02C235F5-1E24-4AC0-9651-F632551F0A12}"/>
              </a:ext>
            </a:extLst>
          </p:cNvPr>
          <p:cNvSpPr>
            <a:spLocks noGrp="1"/>
          </p:cNvSpPr>
          <p:nvPr>
            <p:ph type="title"/>
          </p:nvPr>
        </p:nvSpPr>
        <p:spPr>
          <a:xfrm>
            <a:off x="1078100" y="542671"/>
            <a:ext cx="10026650" cy="1124202"/>
          </a:xfrm>
        </p:spPr>
        <p:txBody>
          <a:bodyPr wrap="square" rtlCol="0" anchor="ctr" anchorCtr="0">
            <a:normAutofit/>
          </a:bodyPr>
          <a:lstStyle>
            <a:lvl1pPr algn="ctr">
              <a:defRPr/>
            </a:lvl1pPr>
          </a:lstStyle>
          <a:p>
            <a:pPr algn="ctr" rtl="0"/>
            <a:r>
              <a:rPr lang="en-US" noProof="0"/>
              <a:t>Click to edit Master title style</a:t>
            </a:r>
            <a:endParaRPr lang="en-GB" noProof="0"/>
          </a:p>
        </p:txBody>
      </p:sp>
      <p:sp useBgFill="1">
        <p:nvSpPr>
          <p:cNvPr id="10" name="Rectangle 9">
            <a:extLst>
              <a:ext uri="{FF2B5EF4-FFF2-40B4-BE49-F238E27FC236}">
                <a16:creationId xmlns:a16="http://schemas.microsoft.com/office/drawing/2014/main" id="{386CF273-85C7-48C6-9D99-80CD0F67D416}"/>
              </a:ext>
              <a:ext uri="{C183D7F6-B498-43B3-948B-1728B52AA6E4}">
                <adec:decorative xmlns:adec="http://schemas.microsoft.com/office/drawing/2017/decorative" val="1"/>
              </a:ext>
            </a:extLst>
          </p:cNvPr>
          <p:cNvSpPr/>
          <p:nvPr userDrawn="1"/>
        </p:nvSpPr>
        <p:spPr>
          <a:xfrm>
            <a:off x="0" y="2252664"/>
            <a:ext cx="12192000" cy="4605336"/>
          </a:xfrm>
          <a:prstGeom prst="rect">
            <a:avLst/>
          </a:prstGeom>
          <a:solidFill>
            <a:schemeClr val="bg1">
              <a:alpha val="2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alpha val="20000"/>
                </a:prstClr>
              </a:solidFill>
              <a:effectLst/>
              <a:uLnTx/>
              <a:uFillTx/>
              <a:latin typeface="Avenir Next LT Pro Light"/>
              <a:ea typeface="+mn-ea"/>
              <a:cs typeface="+mn-cs"/>
            </a:endParaRPr>
          </a:p>
        </p:txBody>
      </p:sp>
      <p:sp>
        <p:nvSpPr>
          <p:cNvPr id="11" name="Date Placeholder 3">
            <a:extLst>
              <a:ext uri="{FF2B5EF4-FFF2-40B4-BE49-F238E27FC236}">
                <a16:creationId xmlns:a16="http://schemas.microsoft.com/office/drawing/2014/main" id="{12DE76C3-E6D8-463F-8388-6F9C562B118D}"/>
              </a:ext>
            </a:extLst>
          </p:cNvPr>
          <p:cNvSpPr>
            <a:spLocks noGrp="1"/>
          </p:cNvSpPr>
          <p:nvPr>
            <p:ph type="dt" sz="half" idx="10"/>
          </p:nvPr>
        </p:nvSpPr>
        <p:spPr>
          <a:xfrm>
            <a:off x="541338" y="6401999"/>
            <a:ext cx="2206625" cy="369332"/>
          </a:xfrm>
        </p:spPr>
        <p:txBody>
          <a:bodyPr rtlCol="0"/>
          <a:lstStyle>
            <a:lvl1pPr>
              <a:defRPr/>
            </a:lvl1pPr>
          </a:lstStyle>
          <a:p>
            <a:pPr rtl="0">
              <a:defRPr/>
            </a:pPr>
            <a:r>
              <a:rPr lang="en-GB" noProof="0">
                <a:solidFill>
                  <a:prstClr val="white">
                    <a:alpha val="70000"/>
                  </a:prstClr>
                </a:solidFill>
              </a:rPr>
              <a:t>20XX</a:t>
            </a:r>
          </a:p>
        </p:txBody>
      </p:sp>
      <p:sp>
        <p:nvSpPr>
          <p:cNvPr id="12" name="Footer Placeholder 4">
            <a:extLst>
              <a:ext uri="{FF2B5EF4-FFF2-40B4-BE49-F238E27FC236}">
                <a16:creationId xmlns:a16="http://schemas.microsoft.com/office/drawing/2014/main" id="{A6DF242C-E687-4FAA-B4B3-1F220D407775}"/>
              </a:ext>
            </a:extLst>
          </p:cNvPr>
          <p:cNvSpPr>
            <a:spLocks noGrp="1"/>
          </p:cNvSpPr>
          <p:nvPr>
            <p:ph type="ftr" sz="quarter" idx="11"/>
          </p:nvPr>
        </p:nvSpPr>
        <p:spPr>
          <a:xfrm>
            <a:off x="3308350" y="6401999"/>
            <a:ext cx="5575300" cy="369332"/>
          </a:xfrm>
        </p:spPr>
        <p:txBody>
          <a:bodyPr rtlCol="0"/>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000" b="0" i="0" u="none" strike="noStrike" kern="1200" cap="all" spc="300" normalizeH="0" noProof="0">
                <a:ln>
                  <a:noFill/>
                </a:ln>
                <a:solidFill>
                  <a:prstClr val="white">
                    <a:alpha val="70000"/>
                  </a:prstClr>
                </a:solidFill>
                <a:effectLst/>
                <a:uLnTx/>
                <a:uFillTx/>
                <a:latin typeface="Avenir Next LT Pro Light"/>
                <a:ea typeface="+mn-ea"/>
                <a:cs typeface="+mn-cs"/>
              </a:rPr>
              <a:t>Presentation Title</a:t>
            </a:r>
          </a:p>
        </p:txBody>
      </p:sp>
      <p:sp>
        <p:nvSpPr>
          <p:cNvPr id="13" name="Slide Number Placeholder 5">
            <a:extLst>
              <a:ext uri="{FF2B5EF4-FFF2-40B4-BE49-F238E27FC236}">
                <a16:creationId xmlns:a16="http://schemas.microsoft.com/office/drawing/2014/main" id="{E65BE381-2126-47B0-85DE-51B889D797D9}"/>
              </a:ext>
            </a:extLst>
          </p:cNvPr>
          <p:cNvSpPr>
            <a:spLocks noGrp="1"/>
          </p:cNvSpPr>
          <p:nvPr>
            <p:ph type="sldNum" sz="quarter" idx="12"/>
          </p:nvPr>
        </p:nvSpPr>
        <p:spPr>
          <a:xfrm>
            <a:off x="9442800" y="6401999"/>
            <a:ext cx="2208212" cy="369332"/>
          </a:xfrm>
        </p:spPr>
        <p:txBody>
          <a:bodyPr rtlCol="0"/>
          <a:lstStyle/>
          <a:p>
            <a:pPr marL="0" marR="0" lvl="0" indent="0" algn="r" defTabSz="914400" rtl="0" eaLnBrk="1" fontAlgn="auto" latinLnBrk="0" hangingPunct="1">
              <a:lnSpc>
                <a:spcPct val="100000"/>
              </a:lnSpc>
              <a:spcBef>
                <a:spcPts val="0"/>
              </a:spcBef>
              <a:spcAft>
                <a:spcPts val="0"/>
              </a:spcAft>
              <a:buClrTx/>
              <a:buSzTx/>
              <a:buFontTx/>
              <a:buNone/>
              <a:tabLst/>
              <a:defRPr/>
            </a:pPr>
            <a:fld id="{D39607A7-8386-47DB-8578-DDEDD194E5D4}" type="slidenum">
              <a:rPr kumimoji="0" lang="en-GB" sz="1000" b="0" i="0" u="none" strike="noStrike" kern="1200" cap="all" spc="300" normalizeH="0" baseline="0" noProof="0" smtClean="0">
                <a:ln>
                  <a:noFill/>
                </a:ln>
                <a:solidFill>
                  <a:prstClr val="white">
                    <a:alpha val="70000"/>
                  </a:prstClr>
                </a:solidFill>
                <a:effectLst/>
                <a:uLnTx/>
                <a:uFillTx/>
                <a:latin typeface="Avenir Next LT Pro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GB" sz="1000" b="0" i="0" u="none" strike="noStrike" kern="1200" cap="all" spc="300" normalizeH="0" baseline="0" noProof="0">
              <a:ln>
                <a:noFill/>
              </a:ln>
              <a:solidFill>
                <a:prstClr val="white">
                  <a:alpha val="70000"/>
                </a:prstClr>
              </a:solidFill>
              <a:effectLst/>
              <a:uLnTx/>
              <a:uFillTx/>
              <a:latin typeface="Avenir Next LT Pro Light"/>
              <a:ea typeface="+mn-ea"/>
              <a:cs typeface="+mn-cs"/>
            </a:endParaRPr>
          </a:p>
        </p:txBody>
      </p:sp>
      <p:sp>
        <p:nvSpPr>
          <p:cNvPr id="3" name="Content Placeholder 2">
            <a:extLst>
              <a:ext uri="{FF2B5EF4-FFF2-40B4-BE49-F238E27FC236}">
                <a16:creationId xmlns:a16="http://schemas.microsoft.com/office/drawing/2014/main" id="{CD8AA890-F3B6-4230-8A2F-DD9E9465AD03}"/>
              </a:ext>
            </a:extLst>
          </p:cNvPr>
          <p:cNvSpPr>
            <a:spLocks noGrp="1"/>
          </p:cNvSpPr>
          <p:nvPr>
            <p:ph sz="quarter" idx="13" hasCustomPrompt="1"/>
          </p:nvPr>
        </p:nvSpPr>
        <p:spPr>
          <a:xfrm>
            <a:off x="809625" y="2561936"/>
            <a:ext cx="10563225" cy="3657600"/>
          </a:xfrm>
        </p:spPr>
        <p:txBody>
          <a:bodyPr rtlCol="0"/>
          <a:lstStyle>
            <a:lvl1pPr>
              <a:defRPr/>
            </a:lvl1pPr>
          </a:lstStyle>
          <a:p>
            <a:pPr lvl="0" rtl="0"/>
            <a:r>
              <a:rPr lang="en-GB" noProof="0"/>
              <a:t>Click to add content</a:t>
            </a:r>
          </a:p>
        </p:txBody>
      </p:sp>
    </p:spTree>
    <p:extLst>
      <p:ext uri="{BB962C8B-B14F-4D97-AF65-F5344CB8AC3E}">
        <p14:creationId xmlns:p14="http://schemas.microsoft.com/office/powerpoint/2010/main" val="422063413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Timeline">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9F0A929-3212-4520-8030-2AD44A0AAA11}"/>
              </a:ext>
            </a:extLst>
          </p:cNvPr>
          <p:cNvSpPr>
            <a:spLocks noGrp="1"/>
          </p:cNvSpPr>
          <p:nvPr>
            <p:ph sz="quarter" idx="13" hasCustomPrompt="1"/>
          </p:nvPr>
        </p:nvSpPr>
        <p:spPr>
          <a:xfrm>
            <a:off x="665163" y="2438400"/>
            <a:ext cx="10852150" cy="3963988"/>
          </a:xfrm>
        </p:spPr>
        <p:txBody>
          <a:bodyPr rtlCol="0"/>
          <a:lstStyle>
            <a:lvl1pPr>
              <a:defRPr/>
            </a:lvl1pPr>
          </a:lstStyle>
          <a:p>
            <a:pPr lvl="0" rtl="0"/>
            <a:r>
              <a:rPr lang="en-GB" noProof="0"/>
              <a:t>Click to add content</a:t>
            </a:r>
          </a:p>
        </p:txBody>
      </p:sp>
      <p:sp>
        <p:nvSpPr>
          <p:cNvPr id="8" name="Title 1">
            <a:extLst>
              <a:ext uri="{FF2B5EF4-FFF2-40B4-BE49-F238E27FC236}">
                <a16:creationId xmlns:a16="http://schemas.microsoft.com/office/drawing/2014/main" id="{CF73B8BD-0598-4710-9900-CFD8682693F2}"/>
              </a:ext>
            </a:extLst>
          </p:cNvPr>
          <p:cNvSpPr>
            <a:spLocks noGrp="1"/>
          </p:cNvSpPr>
          <p:nvPr>
            <p:ph type="title"/>
          </p:nvPr>
        </p:nvSpPr>
        <p:spPr>
          <a:xfrm>
            <a:off x="1078100" y="542671"/>
            <a:ext cx="10026650" cy="1124202"/>
          </a:xfrm>
        </p:spPr>
        <p:txBody>
          <a:bodyPr wrap="square" rtlCol="0" anchor="ctr" anchorCtr="0">
            <a:normAutofit/>
          </a:bodyPr>
          <a:lstStyle>
            <a:lvl1pPr algn="ctr">
              <a:defRPr/>
            </a:lvl1pPr>
          </a:lstStyle>
          <a:p>
            <a:pPr algn="ctr" rtl="0"/>
            <a:r>
              <a:rPr lang="en-US" noProof="0"/>
              <a:t>Click to edit Master title style</a:t>
            </a:r>
            <a:endParaRPr lang="en-GB" noProof="0"/>
          </a:p>
        </p:txBody>
      </p:sp>
      <p:sp useBgFill="1">
        <p:nvSpPr>
          <p:cNvPr id="9" name="Rectangle 8">
            <a:extLst>
              <a:ext uri="{FF2B5EF4-FFF2-40B4-BE49-F238E27FC236}">
                <a16:creationId xmlns:a16="http://schemas.microsoft.com/office/drawing/2014/main" id="{0480E68B-56A3-4BC6-8CCD-6708C87D082D}"/>
              </a:ext>
              <a:ext uri="{C183D7F6-B498-43B3-948B-1728B52AA6E4}">
                <adec:decorative xmlns:adec="http://schemas.microsoft.com/office/drawing/2017/decorative" val="1"/>
              </a:ext>
            </a:extLst>
          </p:cNvPr>
          <p:cNvSpPr/>
          <p:nvPr userDrawn="1"/>
        </p:nvSpPr>
        <p:spPr>
          <a:xfrm>
            <a:off x="0" y="2252664"/>
            <a:ext cx="12192000" cy="4605336"/>
          </a:xfrm>
          <a:prstGeom prst="rect">
            <a:avLst/>
          </a:prstGeom>
          <a:solidFill>
            <a:schemeClr val="bg1">
              <a:alpha val="2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alpha val="20000"/>
                </a:prstClr>
              </a:solidFill>
              <a:effectLst/>
              <a:uLnTx/>
              <a:uFillTx/>
              <a:latin typeface="Avenir Next LT Pro Light"/>
              <a:ea typeface="+mn-ea"/>
              <a:cs typeface="+mn-cs"/>
            </a:endParaRPr>
          </a:p>
        </p:txBody>
      </p:sp>
      <p:sp>
        <p:nvSpPr>
          <p:cNvPr id="10" name="Date Placeholder 3">
            <a:extLst>
              <a:ext uri="{FF2B5EF4-FFF2-40B4-BE49-F238E27FC236}">
                <a16:creationId xmlns:a16="http://schemas.microsoft.com/office/drawing/2014/main" id="{22DF9CC0-EB78-4426-B0D6-62268D2FB243}"/>
              </a:ext>
            </a:extLst>
          </p:cNvPr>
          <p:cNvSpPr>
            <a:spLocks noGrp="1"/>
          </p:cNvSpPr>
          <p:nvPr>
            <p:ph type="dt" sz="half" idx="10"/>
          </p:nvPr>
        </p:nvSpPr>
        <p:spPr>
          <a:xfrm>
            <a:off x="541338" y="6401999"/>
            <a:ext cx="2206625" cy="369332"/>
          </a:xfrm>
        </p:spPr>
        <p:txBody>
          <a:bodyPr rtlCol="0"/>
          <a:lstStyle>
            <a:lvl1pPr>
              <a:defRPr/>
            </a:lvl1pPr>
          </a:lstStyle>
          <a:p>
            <a:pPr rtl="0">
              <a:defRPr/>
            </a:pPr>
            <a:r>
              <a:rPr lang="en-GB" noProof="0">
                <a:solidFill>
                  <a:prstClr val="white">
                    <a:alpha val="70000"/>
                  </a:prstClr>
                </a:solidFill>
              </a:rPr>
              <a:t>20XX</a:t>
            </a:r>
          </a:p>
        </p:txBody>
      </p:sp>
      <p:sp>
        <p:nvSpPr>
          <p:cNvPr id="11" name="Footer Placeholder 4">
            <a:extLst>
              <a:ext uri="{FF2B5EF4-FFF2-40B4-BE49-F238E27FC236}">
                <a16:creationId xmlns:a16="http://schemas.microsoft.com/office/drawing/2014/main" id="{010167B9-B6A1-4C18-A11C-5E41BDB0EEB9}"/>
              </a:ext>
            </a:extLst>
          </p:cNvPr>
          <p:cNvSpPr>
            <a:spLocks noGrp="1"/>
          </p:cNvSpPr>
          <p:nvPr>
            <p:ph type="ftr" sz="quarter" idx="11"/>
          </p:nvPr>
        </p:nvSpPr>
        <p:spPr>
          <a:xfrm>
            <a:off x="3308350" y="6401999"/>
            <a:ext cx="5575300" cy="369332"/>
          </a:xfrm>
        </p:spPr>
        <p:txBody>
          <a:bodyPr rtlCol="0"/>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000" b="0" i="0" u="none" strike="noStrike" kern="1200" cap="all" spc="300" normalizeH="0" noProof="0">
                <a:ln>
                  <a:noFill/>
                </a:ln>
                <a:solidFill>
                  <a:prstClr val="white">
                    <a:alpha val="70000"/>
                  </a:prstClr>
                </a:solidFill>
                <a:effectLst/>
                <a:uLnTx/>
                <a:uFillTx/>
                <a:latin typeface="Avenir Next LT Pro Light"/>
                <a:ea typeface="+mn-ea"/>
                <a:cs typeface="+mn-cs"/>
              </a:rPr>
              <a:t>Presentation Title</a:t>
            </a:r>
          </a:p>
        </p:txBody>
      </p:sp>
      <p:sp>
        <p:nvSpPr>
          <p:cNvPr id="12" name="Slide Number Placeholder 5">
            <a:extLst>
              <a:ext uri="{FF2B5EF4-FFF2-40B4-BE49-F238E27FC236}">
                <a16:creationId xmlns:a16="http://schemas.microsoft.com/office/drawing/2014/main" id="{6C8D2EB3-722B-4A95-8F0C-E4BBA5E59D3D}"/>
              </a:ext>
            </a:extLst>
          </p:cNvPr>
          <p:cNvSpPr>
            <a:spLocks noGrp="1"/>
          </p:cNvSpPr>
          <p:nvPr>
            <p:ph type="sldNum" sz="quarter" idx="12"/>
          </p:nvPr>
        </p:nvSpPr>
        <p:spPr>
          <a:xfrm>
            <a:off x="9442800" y="6401999"/>
            <a:ext cx="2208212" cy="369332"/>
          </a:xfrm>
        </p:spPr>
        <p:txBody>
          <a:bodyPr rtlCol="0"/>
          <a:lstStyle/>
          <a:p>
            <a:pPr marL="0" marR="0" lvl="0" indent="0" algn="r" defTabSz="914400" rtl="0" eaLnBrk="1" fontAlgn="auto" latinLnBrk="0" hangingPunct="1">
              <a:lnSpc>
                <a:spcPct val="100000"/>
              </a:lnSpc>
              <a:spcBef>
                <a:spcPts val="0"/>
              </a:spcBef>
              <a:spcAft>
                <a:spcPts val="0"/>
              </a:spcAft>
              <a:buClrTx/>
              <a:buSzTx/>
              <a:buFontTx/>
              <a:buNone/>
              <a:tabLst/>
              <a:defRPr/>
            </a:pPr>
            <a:fld id="{D39607A7-8386-47DB-8578-DDEDD194E5D4}" type="slidenum">
              <a:rPr kumimoji="0" lang="en-GB" sz="1000" b="0" i="0" u="none" strike="noStrike" kern="1200" cap="all" spc="300" normalizeH="0" baseline="0" noProof="0" smtClean="0">
                <a:ln>
                  <a:noFill/>
                </a:ln>
                <a:solidFill>
                  <a:prstClr val="white">
                    <a:alpha val="70000"/>
                  </a:prstClr>
                </a:solidFill>
                <a:effectLst/>
                <a:uLnTx/>
                <a:uFillTx/>
                <a:latin typeface="Avenir Next LT Pro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GB" sz="1000" b="0" i="0" u="none" strike="noStrike" kern="1200" cap="all" spc="300" normalizeH="0" baseline="0" noProof="0">
              <a:ln>
                <a:noFill/>
              </a:ln>
              <a:solidFill>
                <a:prstClr val="white">
                  <a:alpha val="70000"/>
                </a:prstClr>
              </a:solidFill>
              <a:effectLst/>
              <a:uLnTx/>
              <a:uFillTx/>
              <a:latin typeface="Avenir Next LT Pro Light"/>
              <a:ea typeface="+mn-ea"/>
              <a:cs typeface="+mn-cs"/>
            </a:endParaRPr>
          </a:p>
        </p:txBody>
      </p:sp>
    </p:spTree>
    <p:extLst>
      <p:ext uri="{BB962C8B-B14F-4D97-AF65-F5344CB8AC3E}">
        <p14:creationId xmlns:p14="http://schemas.microsoft.com/office/powerpoint/2010/main" val="262611662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Content 2 Columns">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55FC5AD6-5EA9-4D31-BA29-EE3AABE22325}"/>
              </a:ext>
            </a:extLst>
          </p:cNvPr>
          <p:cNvSpPr>
            <a:spLocks noGrp="1"/>
          </p:cNvSpPr>
          <p:nvPr>
            <p:ph type="title"/>
          </p:nvPr>
        </p:nvSpPr>
        <p:spPr>
          <a:xfrm>
            <a:off x="1082675" y="531815"/>
            <a:ext cx="10026650" cy="696910"/>
          </a:xfrm>
        </p:spPr>
        <p:txBody>
          <a:bodyPr wrap="square" rtlCol="0" anchor="b" anchorCtr="0">
            <a:normAutofit/>
          </a:bodyPr>
          <a:lstStyle>
            <a:lvl1pPr algn="ctr">
              <a:defRPr/>
            </a:lvl1pPr>
          </a:lstStyle>
          <a:p>
            <a:pPr algn="ctr" rtl="0"/>
            <a:r>
              <a:rPr lang="en-US" noProof="0"/>
              <a:t>Click to edit Master title style</a:t>
            </a:r>
            <a:endParaRPr lang="en-GB" noProof="0"/>
          </a:p>
        </p:txBody>
      </p:sp>
      <p:cxnSp>
        <p:nvCxnSpPr>
          <p:cNvPr id="8" name="Straight Connector 7">
            <a:extLst>
              <a:ext uri="{FF2B5EF4-FFF2-40B4-BE49-F238E27FC236}">
                <a16:creationId xmlns:a16="http://schemas.microsoft.com/office/drawing/2014/main" id="{51664AFF-309D-433B-B3F0-84A98A207C67}"/>
              </a:ext>
              <a:ext uri="{C183D7F6-B498-43B3-948B-1728B52AA6E4}">
                <adec:decorative xmlns:adec="http://schemas.microsoft.com/office/drawing/2017/decorative" val="1"/>
              </a:ext>
            </a:extLst>
          </p:cNvPr>
          <p:cNvCxnSpPr>
            <a:cxnSpLocks/>
          </p:cNvCxnSpPr>
          <p:nvPr userDrawn="1"/>
        </p:nvCxnSpPr>
        <p:spPr>
          <a:xfrm>
            <a:off x="5819649" y="1680433"/>
            <a:ext cx="5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Text Placeholder 23">
            <a:extLst>
              <a:ext uri="{FF2B5EF4-FFF2-40B4-BE49-F238E27FC236}">
                <a16:creationId xmlns:a16="http://schemas.microsoft.com/office/drawing/2014/main" id="{11FC24B6-E967-42A6-8F96-DBB1BFE196E5}"/>
              </a:ext>
            </a:extLst>
          </p:cNvPr>
          <p:cNvSpPr>
            <a:spLocks noGrp="1"/>
          </p:cNvSpPr>
          <p:nvPr>
            <p:ph type="body" sz="quarter" idx="13" hasCustomPrompt="1"/>
          </p:nvPr>
        </p:nvSpPr>
        <p:spPr>
          <a:xfrm>
            <a:off x="1664793" y="2119211"/>
            <a:ext cx="4360512" cy="552450"/>
          </a:xfrm>
        </p:spPr>
        <p:txBody>
          <a:bodyPr rtlCol="0">
            <a:normAutofit/>
          </a:bodyPr>
          <a:lstStyle>
            <a:lvl1pPr marL="0" indent="0">
              <a:buNone/>
              <a:defRPr sz="2400" b="1">
                <a:solidFill>
                  <a:schemeClr val="accent5">
                    <a:lumMod val="60000"/>
                    <a:lumOff val="40000"/>
                  </a:schemeClr>
                </a:solidFill>
                <a:effectLst/>
                <a:latin typeface="+mn-lt"/>
              </a:defRPr>
            </a:lvl1pPr>
          </a:lstStyle>
          <a:p>
            <a:pPr lvl="0" rtl="0"/>
            <a:r>
              <a:rPr lang="en-GB" noProof="0"/>
              <a:t>Click to add subtitle</a:t>
            </a:r>
          </a:p>
        </p:txBody>
      </p:sp>
      <p:sp>
        <p:nvSpPr>
          <p:cNvPr id="22" name="Text Placeholder 25">
            <a:extLst>
              <a:ext uri="{FF2B5EF4-FFF2-40B4-BE49-F238E27FC236}">
                <a16:creationId xmlns:a16="http://schemas.microsoft.com/office/drawing/2014/main" id="{227584E0-1796-45AE-A691-1918676D9CD4}"/>
              </a:ext>
            </a:extLst>
          </p:cNvPr>
          <p:cNvSpPr>
            <a:spLocks noGrp="1"/>
          </p:cNvSpPr>
          <p:nvPr>
            <p:ph type="body" sz="quarter" idx="14" hasCustomPrompt="1"/>
          </p:nvPr>
        </p:nvSpPr>
        <p:spPr>
          <a:xfrm>
            <a:off x="1664443" y="2671626"/>
            <a:ext cx="4360862" cy="3215781"/>
          </a:xfrm>
        </p:spPr>
        <p:txBody>
          <a:bodyPr rtlCol="0">
            <a:normAutofit/>
          </a:bodyPr>
          <a:lstStyle>
            <a:lvl1pPr marL="285750" indent="-285750">
              <a:buClr>
                <a:schemeClr val="accent5"/>
              </a:buClr>
              <a:buFont typeface="Arial" panose="020B0604020202020204" pitchFamily="34" charset="0"/>
              <a:buChar char="•"/>
              <a:defRPr sz="1800">
                <a:solidFill>
                  <a:schemeClr val="tx1"/>
                </a:solidFill>
              </a:defRPr>
            </a:lvl1pPr>
          </a:lstStyle>
          <a:p>
            <a:pPr lvl="0" rtl="0"/>
            <a:r>
              <a:rPr lang="en-GB" noProof="0"/>
              <a:t>Click to insert text</a:t>
            </a:r>
          </a:p>
        </p:txBody>
      </p:sp>
      <p:sp>
        <p:nvSpPr>
          <p:cNvPr id="23" name="Text Placeholder 23">
            <a:extLst>
              <a:ext uri="{FF2B5EF4-FFF2-40B4-BE49-F238E27FC236}">
                <a16:creationId xmlns:a16="http://schemas.microsoft.com/office/drawing/2014/main" id="{C7E3698B-A426-409C-94D0-F06ECD410B0A}"/>
              </a:ext>
            </a:extLst>
          </p:cNvPr>
          <p:cNvSpPr>
            <a:spLocks noGrp="1"/>
          </p:cNvSpPr>
          <p:nvPr>
            <p:ph type="body" sz="quarter" idx="15" hasCustomPrompt="1"/>
          </p:nvPr>
        </p:nvSpPr>
        <p:spPr>
          <a:xfrm>
            <a:off x="6359649" y="2119211"/>
            <a:ext cx="4360512" cy="552450"/>
          </a:xfrm>
        </p:spPr>
        <p:txBody>
          <a:bodyPr rtlCol="0">
            <a:normAutofit/>
          </a:bodyPr>
          <a:lstStyle>
            <a:lvl1pPr marL="0" indent="0">
              <a:buNone/>
              <a:defRPr sz="2400" b="1">
                <a:solidFill>
                  <a:schemeClr val="accent5">
                    <a:lumMod val="60000"/>
                    <a:lumOff val="40000"/>
                  </a:schemeClr>
                </a:solidFill>
                <a:effectLst/>
                <a:latin typeface="+mn-lt"/>
              </a:defRPr>
            </a:lvl1pPr>
          </a:lstStyle>
          <a:p>
            <a:pPr lvl="0" rtl="0"/>
            <a:r>
              <a:rPr lang="en-GB" noProof="0"/>
              <a:t>Click to add subtitle</a:t>
            </a:r>
          </a:p>
        </p:txBody>
      </p:sp>
      <p:sp>
        <p:nvSpPr>
          <p:cNvPr id="24" name="Text Placeholder 25">
            <a:extLst>
              <a:ext uri="{FF2B5EF4-FFF2-40B4-BE49-F238E27FC236}">
                <a16:creationId xmlns:a16="http://schemas.microsoft.com/office/drawing/2014/main" id="{D2F2C5F3-51E6-4531-9805-221591315C3D}"/>
              </a:ext>
            </a:extLst>
          </p:cNvPr>
          <p:cNvSpPr>
            <a:spLocks noGrp="1"/>
          </p:cNvSpPr>
          <p:nvPr>
            <p:ph type="body" sz="quarter" idx="16" hasCustomPrompt="1"/>
          </p:nvPr>
        </p:nvSpPr>
        <p:spPr>
          <a:xfrm>
            <a:off x="6359299" y="2671626"/>
            <a:ext cx="4360862" cy="3215781"/>
          </a:xfrm>
        </p:spPr>
        <p:txBody>
          <a:bodyPr rtlCol="0">
            <a:normAutofit/>
          </a:bodyPr>
          <a:lstStyle>
            <a:lvl1pPr marL="285750" indent="-285750">
              <a:buClr>
                <a:schemeClr val="accent5"/>
              </a:buClr>
              <a:buFont typeface="Arial" panose="020B0604020202020204" pitchFamily="34" charset="0"/>
              <a:buChar char="•"/>
              <a:defRPr sz="1800">
                <a:solidFill>
                  <a:schemeClr val="tx1"/>
                </a:solidFill>
              </a:defRPr>
            </a:lvl1pPr>
          </a:lstStyle>
          <a:p>
            <a:pPr lvl="0" rtl="0"/>
            <a:r>
              <a:rPr lang="en-GB" noProof="0"/>
              <a:t>Click to insert text</a:t>
            </a:r>
          </a:p>
        </p:txBody>
      </p:sp>
      <p:sp>
        <p:nvSpPr>
          <p:cNvPr id="9" name="Date Placeholder 3">
            <a:extLst>
              <a:ext uri="{FF2B5EF4-FFF2-40B4-BE49-F238E27FC236}">
                <a16:creationId xmlns:a16="http://schemas.microsoft.com/office/drawing/2014/main" id="{85D87A86-18DB-4F48-991B-B96728C9E2B2}"/>
              </a:ext>
            </a:extLst>
          </p:cNvPr>
          <p:cNvSpPr>
            <a:spLocks noGrp="1"/>
          </p:cNvSpPr>
          <p:nvPr>
            <p:ph type="dt" sz="half" idx="10"/>
          </p:nvPr>
        </p:nvSpPr>
        <p:spPr>
          <a:xfrm>
            <a:off x="541338" y="6401999"/>
            <a:ext cx="2206625" cy="369332"/>
          </a:xfrm>
        </p:spPr>
        <p:txBody>
          <a:bodyPr rtlCol="0"/>
          <a:lstStyle>
            <a:lvl1pPr>
              <a:defRPr/>
            </a:lvl1pPr>
          </a:lstStyle>
          <a:p>
            <a:pPr rtl="0">
              <a:defRPr/>
            </a:pPr>
            <a:r>
              <a:rPr lang="en-GB" noProof="0">
                <a:solidFill>
                  <a:prstClr val="white">
                    <a:alpha val="70000"/>
                  </a:prstClr>
                </a:solidFill>
              </a:rPr>
              <a:t>20XX</a:t>
            </a:r>
          </a:p>
        </p:txBody>
      </p:sp>
      <p:sp>
        <p:nvSpPr>
          <p:cNvPr id="10" name="Footer Placeholder 4">
            <a:extLst>
              <a:ext uri="{FF2B5EF4-FFF2-40B4-BE49-F238E27FC236}">
                <a16:creationId xmlns:a16="http://schemas.microsoft.com/office/drawing/2014/main" id="{E9F77D95-7E8B-48BA-B550-76A5C297FE04}"/>
              </a:ext>
            </a:extLst>
          </p:cNvPr>
          <p:cNvSpPr>
            <a:spLocks noGrp="1"/>
          </p:cNvSpPr>
          <p:nvPr>
            <p:ph type="ftr" sz="quarter" idx="11"/>
          </p:nvPr>
        </p:nvSpPr>
        <p:spPr>
          <a:xfrm>
            <a:off x="3308350" y="6401999"/>
            <a:ext cx="5575300" cy="369332"/>
          </a:xfrm>
        </p:spPr>
        <p:txBody>
          <a:bodyPr rtlCol="0"/>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000" b="0" i="0" u="none" strike="noStrike" kern="1200" cap="all" spc="300" normalizeH="0" noProof="0">
                <a:ln>
                  <a:noFill/>
                </a:ln>
                <a:solidFill>
                  <a:prstClr val="white">
                    <a:alpha val="70000"/>
                  </a:prstClr>
                </a:solidFill>
                <a:effectLst/>
                <a:uLnTx/>
                <a:uFillTx/>
                <a:latin typeface="Avenir Next LT Pro Light"/>
                <a:ea typeface="+mn-ea"/>
                <a:cs typeface="+mn-cs"/>
              </a:rPr>
              <a:t>Presentation Title</a:t>
            </a:r>
          </a:p>
        </p:txBody>
      </p:sp>
      <p:sp>
        <p:nvSpPr>
          <p:cNvPr id="11" name="Slide Number Placeholder 5">
            <a:extLst>
              <a:ext uri="{FF2B5EF4-FFF2-40B4-BE49-F238E27FC236}">
                <a16:creationId xmlns:a16="http://schemas.microsoft.com/office/drawing/2014/main" id="{5510D382-212F-47D7-A76F-181F22622C97}"/>
              </a:ext>
            </a:extLst>
          </p:cNvPr>
          <p:cNvSpPr>
            <a:spLocks noGrp="1"/>
          </p:cNvSpPr>
          <p:nvPr>
            <p:ph type="sldNum" sz="quarter" idx="12"/>
          </p:nvPr>
        </p:nvSpPr>
        <p:spPr>
          <a:xfrm>
            <a:off x="9442800" y="6401999"/>
            <a:ext cx="2208212" cy="369332"/>
          </a:xfrm>
        </p:spPr>
        <p:txBody>
          <a:bodyPr rtlCol="0"/>
          <a:lstStyle/>
          <a:p>
            <a:pPr marL="0" marR="0" lvl="0" indent="0" algn="r" defTabSz="914400" rtl="0" eaLnBrk="1" fontAlgn="auto" latinLnBrk="0" hangingPunct="1">
              <a:lnSpc>
                <a:spcPct val="100000"/>
              </a:lnSpc>
              <a:spcBef>
                <a:spcPts val="0"/>
              </a:spcBef>
              <a:spcAft>
                <a:spcPts val="0"/>
              </a:spcAft>
              <a:buClrTx/>
              <a:buSzTx/>
              <a:buFontTx/>
              <a:buNone/>
              <a:tabLst/>
              <a:defRPr/>
            </a:pPr>
            <a:fld id="{D39607A7-8386-47DB-8578-DDEDD194E5D4}" type="slidenum">
              <a:rPr kumimoji="0" lang="en-GB" sz="1000" b="0" i="0" u="none" strike="noStrike" kern="1200" cap="all" spc="300" normalizeH="0" baseline="0" noProof="0" smtClean="0">
                <a:ln>
                  <a:noFill/>
                </a:ln>
                <a:solidFill>
                  <a:prstClr val="white">
                    <a:alpha val="70000"/>
                  </a:prstClr>
                </a:solidFill>
                <a:effectLst/>
                <a:uLnTx/>
                <a:uFillTx/>
                <a:latin typeface="Avenir Next LT Pro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GB" sz="1000" b="0" i="0" u="none" strike="noStrike" kern="1200" cap="all" spc="300" normalizeH="0" baseline="0" noProof="0">
              <a:ln>
                <a:noFill/>
              </a:ln>
              <a:solidFill>
                <a:prstClr val="white">
                  <a:alpha val="70000"/>
                </a:prstClr>
              </a:solidFill>
              <a:effectLst/>
              <a:uLnTx/>
              <a:uFillTx/>
              <a:latin typeface="Avenir Next LT Pro Light"/>
              <a:ea typeface="+mn-ea"/>
              <a:cs typeface="+mn-cs"/>
            </a:endParaRPr>
          </a:p>
        </p:txBody>
      </p:sp>
      <p:grpSp>
        <p:nvGrpSpPr>
          <p:cNvPr id="18" name="Group 17">
            <a:extLst>
              <a:ext uri="{FF2B5EF4-FFF2-40B4-BE49-F238E27FC236}">
                <a16:creationId xmlns:a16="http://schemas.microsoft.com/office/drawing/2014/main" id="{6E9465D8-1640-4D12-B086-59416AFCBBEE}"/>
              </a:ext>
              <a:ext uri="{C183D7F6-B498-43B3-948B-1728B52AA6E4}">
                <adec:decorative xmlns:adec="http://schemas.microsoft.com/office/drawing/2017/decorative" val="1"/>
              </a:ext>
            </a:extLst>
          </p:cNvPr>
          <p:cNvGrpSpPr/>
          <p:nvPr userDrawn="1"/>
        </p:nvGrpSpPr>
        <p:grpSpPr>
          <a:xfrm rot="5400000">
            <a:off x="3072531" y="-2496283"/>
            <a:ext cx="6034235" cy="11610702"/>
            <a:chOff x="443748" y="446254"/>
            <a:chExt cx="3330000" cy="5760000"/>
          </a:xfrm>
        </p:grpSpPr>
        <p:sp>
          <p:nvSpPr>
            <p:cNvPr id="13" name="Rectangle 5">
              <a:extLst>
                <a:ext uri="{FF2B5EF4-FFF2-40B4-BE49-F238E27FC236}">
                  <a16:creationId xmlns:a16="http://schemas.microsoft.com/office/drawing/2014/main" id="{E7BE05B2-64AC-4F56-A098-D3A324E9DE8B}"/>
                </a:ext>
                <a:ext uri="{C183D7F6-B498-43B3-948B-1728B52AA6E4}">
                  <adec:decorative xmlns:adec="http://schemas.microsoft.com/office/drawing/2017/decorative" val="1"/>
                </a:ext>
              </a:extLst>
            </p:cNvPr>
            <p:cNvSpPr/>
            <p:nvPr userDrawn="1"/>
          </p:nvSpPr>
          <p:spPr>
            <a:xfrm flipV="1">
              <a:off x="443748" y="446254"/>
              <a:ext cx="3330000" cy="5760000"/>
            </a:xfrm>
            <a:custGeom>
              <a:avLst/>
              <a:gdLst>
                <a:gd name="connsiteX0" fmla="*/ 0 w 6660000"/>
                <a:gd name="connsiteY0" fmla="*/ 0 h 5760000"/>
                <a:gd name="connsiteX1" fmla="*/ 6660000 w 6660000"/>
                <a:gd name="connsiteY1" fmla="*/ 0 h 5760000"/>
                <a:gd name="connsiteX2" fmla="*/ 6660000 w 6660000"/>
                <a:gd name="connsiteY2" fmla="*/ 5760000 h 5760000"/>
                <a:gd name="connsiteX3" fmla="*/ 0 w 6660000"/>
                <a:gd name="connsiteY3" fmla="*/ 5760000 h 5760000"/>
                <a:gd name="connsiteX4" fmla="*/ 0 w 6660000"/>
                <a:gd name="connsiteY4" fmla="*/ 0 h 5760000"/>
                <a:gd name="connsiteX0" fmla="*/ 6660000 w 6751440"/>
                <a:gd name="connsiteY0" fmla="*/ 0 h 5760000"/>
                <a:gd name="connsiteX1" fmla="*/ 6660000 w 6751440"/>
                <a:gd name="connsiteY1" fmla="*/ 5760000 h 5760000"/>
                <a:gd name="connsiteX2" fmla="*/ 0 w 6751440"/>
                <a:gd name="connsiteY2" fmla="*/ 5760000 h 5760000"/>
                <a:gd name="connsiteX3" fmla="*/ 0 w 6751440"/>
                <a:gd name="connsiteY3" fmla="*/ 0 h 5760000"/>
                <a:gd name="connsiteX4" fmla="*/ 6751440 w 6751440"/>
                <a:gd name="connsiteY4" fmla="*/ 91440 h 5760000"/>
                <a:gd name="connsiteX0" fmla="*/ 6660000 w 6660000"/>
                <a:gd name="connsiteY0" fmla="*/ 0 h 5760000"/>
                <a:gd name="connsiteX1" fmla="*/ 6660000 w 6660000"/>
                <a:gd name="connsiteY1" fmla="*/ 5760000 h 5760000"/>
                <a:gd name="connsiteX2" fmla="*/ 0 w 6660000"/>
                <a:gd name="connsiteY2" fmla="*/ 5760000 h 5760000"/>
                <a:gd name="connsiteX3" fmla="*/ 0 w 6660000"/>
                <a:gd name="connsiteY3" fmla="*/ 0 h 5760000"/>
                <a:gd name="connsiteX4" fmla="*/ 5068690 w 6660000"/>
                <a:gd name="connsiteY4" fmla="*/ 224790 h 5760000"/>
                <a:gd name="connsiteX0" fmla="*/ 6660000 w 6660000"/>
                <a:gd name="connsiteY0" fmla="*/ 0 h 5760000"/>
                <a:gd name="connsiteX1" fmla="*/ 6660000 w 6660000"/>
                <a:gd name="connsiteY1" fmla="*/ 5760000 h 5760000"/>
                <a:gd name="connsiteX2" fmla="*/ 0 w 6660000"/>
                <a:gd name="connsiteY2" fmla="*/ 5760000 h 5760000"/>
                <a:gd name="connsiteX3" fmla="*/ 0 w 6660000"/>
                <a:gd name="connsiteY3" fmla="*/ 0 h 5760000"/>
                <a:gd name="connsiteX0" fmla="*/ 6660000 w 6660000"/>
                <a:gd name="connsiteY0" fmla="*/ 5760000 h 5760000"/>
                <a:gd name="connsiteX1" fmla="*/ 0 w 6660000"/>
                <a:gd name="connsiteY1" fmla="*/ 5760000 h 5760000"/>
                <a:gd name="connsiteX2" fmla="*/ 0 w 6660000"/>
                <a:gd name="connsiteY2" fmla="*/ 0 h 5760000"/>
              </a:gdLst>
              <a:ahLst/>
              <a:cxnLst>
                <a:cxn ang="0">
                  <a:pos x="connsiteX0" y="connsiteY0"/>
                </a:cxn>
                <a:cxn ang="0">
                  <a:pos x="connsiteX1" y="connsiteY1"/>
                </a:cxn>
                <a:cxn ang="0">
                  <a:pos x="connsiteX2" y="connsiteY2"/>
                </a:cxn>
              </a:cxnLst>
              <a:rect l="l" t="t" r="r" b="b"/>
              <a:pathLst>
                <a:path w="6660000" h="5760000">
                  <a:moveTo>
                    <a:pt x="6660000" y="5760000"/>
                  </a:moveTo>
                  <a:lnTo>
                    <a:pt x="0" y="5760000"/>
                  </a:lnTo>
                  <a:lnTo>
                    <a:pt x="0" y="0"/>
                  </a:lnTo>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5" name="Rectangle 5">
              <a:extLst>
                <a:ext uri="{FF2B5EF4-FFF2-40B4-BE49-F238E27FC236}">
                  <a16:creationId xmlns:a16="http://schemas.microsoft.com/office/drawing/2014/main" id="{CFB6CFD5-710B-4FF7-B75B-0174B9B72177}"/>
                </a:ext>
                <a:ext uri="{C183D7F6-B498-43B3-948B-1728B52AA6E4}">
                  <adec:decorative xmlns:adec="http://schemas.microsoft.com/office/drawing/2017/decorative" val="1"/>
                </a:ext>
              </a:extLst>
            </p:cNvPr>
            <p:cNvSpPr/>
            <p:nvPr userDrawn="1"/>
          </p:nvSpPr>
          <p:spPr>
            <a:xfrm rot="10800000" flipV="1">
              <a:off x="443748" y="6206254"/>
              <a:ext cx="3330000" cy="0"/>
            </a:xfrm>
            <a:custGeom>
              <a:avLst/>
              <a:gdLst>
                <a:gd name="connsiteX0" fmla="*/ 0 w 6660000"/>
                <a:gd name="connsiteY0" fmla="*/ 0 h 5760000"/>
                <a:gd name="connsiteX1" fmla="*/ 6660000 w 6660000"/>
                <a:gd name="connsiteY1" fmla="*/ 0 h 5760000"/>
                <a:gd name="connsiteX2" fmla="*/ 6660000 w 6660000"/>
                <a:gd name="connsiteY2" fmla="*/ 5760000 h 5760000"/>
                <a:gd name="connsiteX3" fmla="*/ 0 w 6660000"/>
                <a:gd name="connsiteY3" fmla="*/ 5760000 h 5760000"/>
                <a:gd name="connsiteX4" fmla="*/ 0 w 6660000"/>
                <a:gd name="connsiteY4" fmla="*/ 0 h 5760000"/>
                <a:gd name="connsiteX0" fmla="*/ 6660000 w 6751440"/>
                <a:gd name="connsiteY0" fmla="*/ 0 h 5760000"/>
                <a:gd name="connsiteX1" fmla="*/ 6660000 w 6751440"/>
                <a:gd name="connsiteY1" fmla="*/ 5760000 h 5760000"/>
                <a:gd name="connsiteX2" fmla="*/ 0 w 6751440"/>
                <a:gd name="connsiteY2" fmla="*/ 5760000 h 5760000"/>
                <a:gd name="connsiteX3" fmla="*/ 0 w 6751440"/>
                <a:gd name="connsiteY3" fmla="*/ 0 h 5760000"/>
                <a:gd name="connsiteX4" fmla="*/ 6751440 w 6751440"/>
                <a:gd name="connsiteY4" fmla="*/ 91440 h 5760000"/>
                <a:gd name="connsiteX0" fmla="*/ 6660000 w 6660000"/>
                <a:gd name="connsiteY0" fmla="*/ 0 h 5760000"/>
                <a:gd name="connsiteX1" fmla="*/ 6660000 w 6660000"/>
                <a:gd name="connsiteY1" fmla="*/ 5760000 h 5760000"/>
                <a:gd name="connsiteX2" fmla="*/ 0 w 6660000"/>
                <a:gd name="connsiteY2" fmla="*/ 5760000 h 5760000"/>
                <a:gd name="connsiteX3" fmla="*/ 0 w 6660000"/>
                <a:gd name="connsiteY3" fmla="*/ 0 h 5760000"/>
                <a:gd name="connsiteX4" fmla="*/ 5068690 w 6660000"/>
                <a:gd name="connsiteY4" fmla="*/ 224790 h 5760000"/>
                <a:gd name="connsiteX0" fmla="*/ 6660000 w 6660000"/>
                <a:gd name="connsiteY0" fmla="*/ 0 h 5760000"/>
                <a:gd name="connsiteX1" fmla="*/ 6660000 w 6660000"/>
                <a:gd name="connsiteY1" fmla="*/ 5760000 h 5760000"/>
                <a:gd name="connsiteX2" fmla="*/ 0 w 6660000"/>
                <a:gd name="connsiteY2" fmla="*/ 5760000 h 5760000"/>
                <a:gd name="connsiteX3" fmla="*/ 0 w 6660000"/>
                <a:gd name="connsiteY3" fmla="*/ 0 h 5760000"/>
                <a:gd name="connsiteX0" fmla="*/ 6660000 w 6660000"/>
                <a:gd name="connsiteY0" fmla="*/ 5760000 h 5760000"/>
                <a:gd name="connsiteX1" fmla="*/ 0 w 6660000"/>
                <a:gd name="connsiteY1" fmla="*/ 5760000 h 5760000"/>
                <a:gd name="connsiteX2" fmla="*/ 0 w 6660000"/>
                <a:gd name="connsiteY2" fmla="*/ 0 h 5760000"/>
                <a:gd name="connsiteX0" fmla="*/ 6660000 w 6660000"/>
                <a:gd name="connsiteY0" fmla="*/ 0 h 0"/>
                <a:gd name="connsiteX1" fmla="*/ 0 w 6660000"/>
                <a:gd name="connsiteY1" fmla="*/ 0 h 0"/>
              </a:gdLst>
              <a:ahLst/>
              <a:cxnLst>
                <a:cxn ang="0">
                  <a:pos x="connsiteX0" y="connsiteY0"/>
                </a:cxn>
                <a:cxn ang="0">
                  <a:pos x="connsiteX1" y="connsiteY1"/>
                </a:cxn>
              </a:cxnLst>
              <a:rect l="l" t="t" r="r" b="b"/>
              <a:pathLst>
                <a:path w="6660000">
                  <a:moveTo>
                    <a:pt x="6660000" y="0"/>
                  </a:moveTo>
                  <a:lnTo>
                    <a:pt x="0" y="0"/>
                  </a:lnTo>
                </a:path>
              </a:pathLst>
            </a:custGeom>
            <a:solidFill>
              <a:schemeClr val="tx2">
                <a:alpha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tx1">
                    <a:alpha val="70000"/>
                  </a:schemeClr>
                </a:solidFill>
              </a:endParaRPr>
            </a:p>
          </p:txBody>
        </p:sp>
        <p:sp>
          <p:nvSpPr>
            <p:cNvPr id="17" name="Rectangle 5">
              <a:extLst>
                <a:ext uri="{FF2B5EF4-FFF2-40B4-BE49-F238E27FC236}">
                  <a16:creationId xmlns:a16="http://schemas.microsoft.com/office/drawing/2014/main" id="{66A28EB2-7446-4114-8BD6-4CB90B849571}"/>
                </a:ext>
                <a:ext uri="{C183D7F6-B498-43B3-948B-1728B52AA6E4}">
                  <adec:decorative xmlns:adec="http://schemas.microsoft.com/office/drawing/2017/decorative" val="1"/>
                </a:ext>
              </a:extLst>
            </p:cNvPr>
            <p:cNvSpPr/>
            <p:nvPr userDrawn="1"/>
          </p:nvSpPr>
          <p:spPr>
            <a:xfrm rot="10800000" flipV="1">
              <a:off x="3773748" y="446254"/>
              <a:ext cx="0" cy="5760000"/>
            </a:xfrm>
            <a:custGeom>
              <a:avLst/>
              <a:gdLst>
                <a:gd name="connsiteX0" fmla="*/ 0 w 6660000"/>
                <a:gd name="connsiteY0" fmla="*/ 0 h 5760000"/>
                <a:gd name="connsiteX1" fmla="*/ 6660000 w 6660000"/>
                <a:gd name="connsiteY1" fmla="*/ 0 h 5760000"/>
                <a:gd name="connsiteX2" fmla="*/ 6660000 w 6660000"/>
                <a:gd name="connsiteY2" fmla="*/ 5760000 h 5760000"/>
                <a:gd name="connsiteX3" fmla="*/ 0 w 6660000"/>
                <a:gd name="connsiteY3" fmla="*/ 5760000 h 5760000"/>
                <a:gd name="connsiteX4" fmla="*/ 0 w 6660000"/>
                <a:gd name="connsiteY4" fmla="*/ 0 h 5760000"/>
                <a:gd name="connsiteX0" fmla="*/ 6660000 w 6751440"/>
                <a:gd name="connsiteY0" fmla="*/ 0 h 5760000"/>
                <a:gd name="connsiteX1" fmla="*/ 6660000 w 6751440"/>
                <a:gd name="connsiteY1" fmla="*/ 5760000 h 5760000"/>
                <a:gd name="connsiteX2" fmla="*/ 0 w 6751440"/>
                <a:gd name="connsiteY2" fmla="*/ 5760000 h 5760000"/>
                <a:gd name="connsiteX3" fmla="*/ 0 w 6751440"/>
                <a:gd name="connsiteY3" fmla="*/ 0 h 5760000"/>
                <a:gd name="connsiteX4" fmla="*/ 6751440 w 6751440"/>
                <a:gd name="connsiteY4" fmla="*/ 91440 h 5760000"/>
                <a:gd name="connsiteX0" fmla="*/ 6660000 w 6660000"/>
                <a:gd name="connsiteY0" fmla="*/ 0 h 5760000"/>
                <a:gd name="connsiteX1" fmla="*/ 6660000 w 6660000"/>
                <a:gd name="connsiteY1" fmla="*/ 5760000 h 5760000"/>
                <a:gd name="connsiteX2" fmla="*/ 0 w 6660000"/>
                <a:gd name="connsiteY2" fmla="*/ 5760000 h 5760000"/>
                <a:gd name="connsiteX3" fmla="*/ 0 w 6660000"/>
                <a:gd name="connsiteY3" fmla="*/ 0 h 5760000"/>
                <a:gd name="connsiteX4" fmla="*/ 5068690 w 6660000"/>
                <a:gd name="connsiteY4" fmla="*/ 224790 h 5760000"/>
                <a:gd name="connsiteX0" fmla="*/ 6660000 w 6660000"/>
                <a:gd name="connsiteY0" fmla="*/ 0 h 5760000"/>
                <a:gd name="connsiteX1" fmla="*/ 6660000 w 6660000"/>
                <a:gd name="connsiteY1" fmla="*/ 5760000 h 5760000"/>
                <a:gd name="connsiteX2" fmla="*/ 0 w 6660000"/>
                <a:gd name="connsiteY2" fmla="*/ 5760000 h 5760000"/>
                <a:gd name="connsiteX3" fmla="*/ 0 w 6660000"/>
                <a:gd name="connsiteY3" fmla="*/ 0 h 5760000"/>
                <a:gd name="connsiteX0" fmla="*/ 6660000 w 6660000"/>
                <a:gd name="connsiteY0" fmla="*/ 5760000 h 5760000"/>
                <a:gd name="connsiteX1" fmla="*/ 0 w 6660000"/>
                <a:gd name="connsiteY1" fmla="*/ 5760000 h 5760000"/>
                <a:gd name="connsiteX2" fmla="*/ 0 w 6660000"/>
                <a:gd name="connsiteY2" fmla="*/ 0 h 5760000"/>
                <a:gd name="connsiteX0" fmla="*/ 0 w 0"/>
                <a:gd name="connsiteY0" fmla="*/ 5760000 h 5760000"/>
                <a:gd name="connsiteX1" fmla="*/ 0 w 0"/>
                <a:gd name="connsiteY1" fmla="*/ 0 h 5760000"/>
              </a:gdLst>
              <a:ahLst/>
              <a:cxnLst>
                <a:cxn ang="0">
                  <a:pos x="connsiteX0" y="connsiteY0"/>
                </a:cxn>
                <a:cxn ang="0">
                  <a:pos x="connsiteX1" y="connsiteY1"/>
                </a:cxn>
              </a:cxnLst>
              <a:rect l="l" t="t" r="r" b="b"/>
              <a:pathLst>
                <a:path h="5760000">
                  <a:moveTo>
                    <a:pt x="0" y="5760000"/>
                  </a:moveTo>
                  <a:lnTo>
                    <a:pt x="0" y="0"/>
                  </a:lnTo>
                </a:path>
              </a:pathLst>
            </a:custGeom>
            <a:solidFill>
              <a:schemeClr val="tx2">
                <a:alpha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grpSp>
    </p:spTree>
    <p:extLst>
      <p:ext uri="{BB962C8B-B14F-4D97-AF65-F5344CB8AC3E}">
        <p14:creationId xmlns:p14="http://schemas.microsoft.com/office/powerpoint/2010/main" val="16954878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Summary">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036F7FC-6006-4472-BC70-30C283ABC126}"/>
              </a:ext>
            </a:extLst>
          </p:cNvPr>
          <p:cNvSpPr>
            <a:spLocks noGrp="1"/>
          </p:cNvSpPr>
          <p:nvPr>
            <p:ph type="title"/>
          </p:nvPr>
        </p:nvSpPr>
        <p:spPr>
          <a:xfrm>
            <a:off x="1080000" y="540000"/>
            <a:ext cx="3345950" cy="2303213"/>
          </a:xfrm>
        </p:spPr>
        <p:txBody>
          <a:bodyPr rtlCol="0" anchor="ctr" anchorCtr="0"/>
          <a:lstStyle>
            <a:lvl1pPr algn="ctr">
              <a:defRPr/>
            </a:lvl1pPr>
          </a:lstStyle>
          <a:p>
            <a:pPr algn="ctr" rtl="0"/>
            <a:r>
              <a:rPr lang="en-US" noProof="0"/>
              <a:t>Click to edit Master title style</a:t>
            </a:r>
            <a:endParaRPr lang="en-GB" noProof="0"/>
          </a:p>
        </p:txBody>
      </p:sp>
      <p:cxnSp>
        <p:nvCxnSpPr>
          <p:cNvPr id="8" name="Straight Connector 7">
            <a:extLst>
              <a:ext uri="{FF2B5EF4-FFF2-40B4-BE49-F238E27FC236}">
                <a16:creationId xmlns:a16="http://schemas.microsoft.com/office/drawing/2014/main" id="{3265A73B-104E-43C7-BBEC-C2B3D52E1C21}"/>
              </a:ext>
              <a:ext uri="{C183D7F6-B498-43B3-948B-1728B52AA6E4}">
                <adec:decorative xmlns:adec="http://schemas.microsoft.com/office/drawing/2017/decorative" val="1"/>
              </a:ext>
            </a:extLst>
          </p:cNvPr>
          <p:cNvCxnSpPr>
            <a:cxnSpLocks/>
          </p:cNvCxnSpPr>
          <p:nvPr userDrawn="1"/>
        </p:nvCxnSpPr>
        <p:spPr>
          <a:xfrm rot="5400000">
            <a:off x="4714750" y="1691606"/>
            <a:ext cx="5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Content Placeholder 2">
            <a:extLst>
              <a:ext uri="{FF2B5EF4-FFF2-40B4-BE49-F238E27FC236}">
                <a16:creationId xmlns:a16="http://schemas.microsoft.com/office/drawing/2014/main" id="{8FE0F1ED-567A-464B-A7AB-53B58F510B08}"/>
              </a:ext>
            </a:extLst>
          </p:cNvPr>
          <p:cNvSpPr>
            <a:spLocks noGrp="1"/>
          </p:cNvSpPr>
          <p:nvPr>
            <p:ph idx="1"/>
          </p:nvPr>
        </p:nvSpPr>
        <p:spPr>
          <a:xfrm>
            <a:off x="5543552" y="540000"/>
            <a:ext cx="6107460" cy="2303213"/>
          </a:xfrm>
        </p:spPr>
        <p:txBody>
          <a:bodyPr rtlCol="0" anchor="ctr">
            <a:normAutofit/>
          </a:bodyPr>
          <a:lstStyle>
            <a:lvl1pPr marL="0" indent="0" algn="l">
              <a:buNone/>
              <a:defRPr/>
            </a:lvl1pPr>
          </a:lstStyle>
          <a:p>
            <a:pPr lvl="0" rtl="0"/>
            <a:r>
              <a:rPr lang="en-US" noProof="0"/>
              <a:t>Click to edit Master text styles</a:t>
            </a:r>
          </a:p>
        </p:txBody>
      </p:sp>
      <p:sp>
        <p:nvSpPr>
          <p:cNvPr id="10" name="Rectangle 9">
            <a:extLst>
              <a:ext uri="{FF2B5EF4-FFF2-40B4-BE49-F238E27FC236}">
                <a16:creationId xmlns:a16="http://schemas.microsoft.com/office/drawing/2014/main" id="{96745F42-F11E-4295-BA16-71120E66B951}"/>
              </a:ext>
              <a:ext uri="{C183D7F6-B498-43B3-948B-1728B52AA6E4}">
                <adec:decorative xmlns:adec="http://schemas.microsoft.com/office/drawing/2017/decorative" val="1"/>
              </a:ext>
            </a:extLst>
          </p:cNvPr>
          <p:cNvSpPr/>
          <p:nvPr userDrawn="1"/>
        </p:nvSpPr>
        <p:spPr>
          <a:xfrm>
            <a:off x="0" y="3429000"/>
            <a:ext cx="12192000" cy="3428999"/>
          </a:xfrm>
          <a:prstGeom prst="rect">
            <a:avLst/>
          </a:prstGeom>
          <a:solidFill>
            <a:schemeClr val="bg1">
              <a:alpha val="2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alpha val="30000"/>
                </a:prstClr>
              </a:solidFill>
              <a:effectLst/>
              <a:uLnTx/>
              <a:uFillTx/>
              <a:latin typeface="Avenir Next LT Pro Light"/>
              <a:ea typeface="+mn-ea"/>
              <a:cs typeface="+mn-cs"/>
            </a:endParaRPr>
          </a:p>
        </p:txBody>
      </p:sp>
      <p:sp>
        <p:nvSpPr>
          <p:cNvPr id="23" name="Picture Placeholder 18">
            <a:extLst>
              <a:ext uri="{FF2B5EF4-FFF2-40B4-BE49-F238E27FC236}">
                <a16:creationId xmlns:a16="http://schemas.microsoft.com/office/drawing/2014/main" id="{49B51FEE-9706-46CF-8CEF-5E1F009FFF02}"/>
              </a:ext>
            </a:extLst>
          </p:cNvPr>
          <p:cNvSpPr>
            <a:spLocks noGrp="1"/>
          </p:cNvSpPr>
          <p:nvPr>
            <p:ph type="pic" sz="quarter" idx="13" hasCustomPrompt="1"/>
          </p:nvPr>
        </p:nvSpPr>
        <p:spPr>
          <a:xfrm>
            <a:off x="541338" y="4011613"/>
            <a:ext cx="2578100" cy="2303462"/>
          </a:xfrm>
        </p:spPr>
        <p:txBody>
          <a:bodyPr rtlCol="0"/>
          <a:lstStyle>
            <a:lvl1pPr marL="0" indent="0" algn="ctr">
              <a:buNone/>
              <a:defRPr/>
            </a:lvl1pPr>
          </a:lstStyle>
          <a:p>
            <a:pPr rtl="0"/>
            <a:r>
              <a:rPr lang="en-GB" noProof="0"/>
              <a:t>Click to add photo</a:t>
            </a:r>
          </a:p>
        </p:txBody>
      </p:sp>
      <p:sp>
        <p:nvSpPr>
          <p:cNvPr id="24" name="Picture Placeholder 18">
            <a:extLst>
              <a:ext uri="{FF2B5EF4-FFF2-40B4-BE49-F238E27FC236}">
                <a16:creationId xmlns:a16="http://schemas.microsoft.com/office/drawing/2014/main" id="{C2EE5695-74F8-4071-8805-A537486F2217}"/>
              </a:ext>
            </a:extLst>
          </p:cNvPr>
          <p:cNvSpPr>
            <a:spLocks noGrp="1"/>
          </p:cNvSpPr>
          <p:nvPr>
            <p:ph type="pic" sz="quarter" idx="14" hasCustomPrompt="1"/>
          </p:nvPr>
        </p:nvSpPr>
        <p:spPr>
          <a:xfrm>
            <a:off x="3384863" y="4011331"/>
            <a:ext cx="2578100" cy="2303462"/>
          </a:xfrm>
        </p:spPr>
        <p:txBody>
          <a:bodyPr rtlCol="0"/>
          <a:lstStyle>
            <a:lvl1pPr marL="0" indent="0" algn="ctr">
              <a:buNone/>
              <a:defRPr/>
            </a:lvl1pPr>
          </a:lstStyle>
          <a:p>
            <a:pPr rtl="0"/>
            <a:r>
              <a:rPr lang="en-GB" noProof="0"/>
              <a:t>Click to add photo</a:t>
            </a:r>
          </a:p>
        </p:txBody>
      </p:sp>
      <p:sp>
        <p:nvSpPr>
          <p:cNvPr id="25" name="Picture Placeholder 18">
            <a:extLst>
              <a:ext uri="{FF2B5EF4-FFF2-40B4-BE49-F238E27FC236}">
                <a16:creationId xmlns:a16="http://schemas.microsoft.com/office/drawing/2014/main" id="{426DBDB7-E494-4BDA-BD74-10D41918C0AB}"/>
              </a:ext>
            </a:extLst>
          </p:cNvPr>
          <p:cNvSpPr>
            <a:spLocks noGrp="1"/>
          </p:cNvSpPr>
          <p:nvPr>
            <p:ph type="pic" sz="quarter" idx="15" hasCustomPrompt="1"/>
          </p:nvPr>
        </p:nvSpPr>
        <p:spPr>
          <a:xfrm>
            <a:off x="6228887" y="4011331"/>
            <a:ext cx="2578100" cy="2303462"/>
          </a:xfrm>
        </p:spPr>
        <p:txBody>
          <a:bodyPr rtlCol="0"/>
          <a:lstStyle>
            <a:lvl1pPr marL="0" indent="0" algn="ctr">
              <a:buNone/>
              <a:defRPr/>
            </a:lvl1pPr>
          </a:lstStyle>
          <a:p>
            <a:pPr rtl="0"/>
            <a:r>
              <a:rPr lang="en-GB" noProof="0"/>
              <a:t>Click to add photo</a:t>
            </a:r>
          </a:p>
        </p:txBody>
      </p:sp>
      <p:sp>
        <p:nvSpPr>
          <p:cNvPr id="26" name="Picture Placeholder 18">
            <a:extLst>
              <a:ext uri="{FF2B5EF4-FFF2-40B4-BE49-F238E27FC236}">
                <a16:creationId xmlns:a16="http://schemas.microsoft.com/office/drawing/2014/main" id="{110C3059-EF0D-4175-A421-E59E738E9AAD}"/>
              </a:ext>
            </a:extLst>
          </p:cNvPr>
          <p:cNvSpPr>
            <a:spLocks noGrp="1"/>
          </p:cNvSpPr>
          <p:nvPr>
            <p:ph type="pic" sz="quarter" idx="16" hasCustomPrompt="1"/>
          </p:nvPr>
        </p:nvSpPr>
        <p:spPr>
          <a:xfrm>
            <a:off x="9072912" y="4011331"/>
            <a:ext cx="2578100" cy="2303462"/>
          </a:xfrm>
        </p:spPr>
        <p:txBody>
          <a:bodyPr rtlCol="0"/>
          <a:lstStyle>
            <a:lvl1pPr marL="0" indent="0" algn="ctr">
              <a:buNone/>
              <a:defRPr/>
            </a:lvl1pPr>
          </a:lstStyle>
          <a:p>
            <a:pPr rtl="0"/>
            <a:r>
              <a:rPr lang="en-GB" noProof="0"/>
              <a:t>Click to add photo</a:t>
            </a:r>
          </a:p>
        </p:txBody>
      </p:sp>
      <p:sp>
        <p:nvSpPr>
          <p:cNvPr id="15" name="Date Placeholder 3">
            <a:extLst>
              <a:ext uri="{FF2B5EF4-FFF2-40B4-BE49-F238E27FC236}">
                <a16:creationId xmlns:a16="http://schemas.microsoft.com/office/drawing/2014/main" id="{F23808ED-A697-419E-B2B9-925BC80462D9}"/>
              </a:ext>
            </a:extLst>
          </p:cNvPr>
          <p:cNvSpPr>
            <a:spLocks noGrp="1"/>
          </p:cNvSpPr>
          <p:nvPr>
            <p:ph type="dt" sz="half" idx="10"/>
          </p:nvPr>
        </p:nvSpPr>
        <p:spPr>
          <a:xfrm>
            <a:off x="541338" y="6401999"/>
            <a:ext cx="2206625" cy="369332"/>
          </a:xfrm>
        </p:spPr>
        <p:txBody>
          <a:bodyPr rtlCol="0"/>
          <a:lstStyle>
            <a:lvl1pPr>
              <a:defRPr/>
            </a:lvl1pPr>
          </a:lstStyle>
          <a:p>
            <a:pPr rtl="0">
              <a:defRPr/>
            </a:pPr>
            <a:r>
              <a:rPr lang="en-GB" noProof="0">
                <a:solidFill>
                  <a:prstClr val="white">
                    <a:alpha val="70000"/>
                  </a:prstClr>
                </a:solidFill>
              </a:rPr>
              <a:t>20XX</a:t>
            </a:r>
          </a:p>
        </p:txBody>
      </p:sp>
      <p:sp>
        <p:nvSpPr>
          <p:cNvPr id="16" name="Footer Placeholder 4">
            <a:extLst>
              <a:ext uri="{FF2B5EF4-FFF2-40B4-BE49-F238E27FC236}">
                <a16:creationId xmlns:a16="http://schemas.microsoft.com/office/drawing/2014/main" id="{82CBC00E-8DBE-41F7-B5EC-A273F7184936}"/>
              </a:ext>
            </a:extLst>
          </p:cNvPr>
          <p:cNvSpPr>
            <a:spLocks noGrp="1"/>
          </p:cNvSpPr>
          <p:nvPr>
            <p:ph type="ftr" sz="quarter" idx="11"/>
          </p:nvPr>
        </p:nvSpPr>
        <p:spPr>
          <a:xfrm>
            <a:off x="3308350" y="6401999"/>
            <a:ext cx="5575300" cy="369332"/>
          </a:xfrm>
        </p:spPr>
        <p:txBody>
          <a:bodyPr rtlCol="0"/>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000" b="0" i="0" u="none" strike="noStrike" kern="1200" cap="all" spc="300" normalizeH="0" noProof="0">
                <a:ln>
                  <a:noFill/>
                </a:ln>
                <a:solidFill>
                  <a:prstClr val="white">
                    <a:alpha val="70000"/>
                  </a:prstClr>
                </a:solidFill>
                <a:effectLst/>
                <a:uLnTx/>
                <a:uFillTx/>
                <a:latin typeface="Avenir Next LT Pro Light"/>
                <a:ea typeface="+mn-ea"/>
                <a:cs typeface="+mn-cs"/>
              </a:rPr>
              <a:t>Presentation Title</a:t>
            </a:r>
          </a:p>
        </p:txBody>
      </p:sp>
      <p:sp>
        <p:nvSpPr>
          <p:cNvPr id="17" name="Slide Number Placeholder 5">
            <a:extLst>
              <a:ext uri="{FF2B5EF4-FFF2-40B4-BE49-F238E27FC236}">
                <a16:creationId xmlns:a16="http://schemas.microsoft.com/office/drawing/2014/main" id="{EC8BA04E-DB40-4D07-9B73-37122A902296}"/>
              </a:ext>
            </a:extLst>
          </p:cNvPr>
          <p:cNvSpPr>
            <a:spLocks noGrp="1"/>
          </p:cNvSpPr>
          <p:nvPr>
            <p:ph type="sldNum" sz="quarter" idx="12"/>
          </p:nvPr>
        </p:nvSpPr>
        <p:spPr>
          <a:xfrm>
            <a:off x="9442800" y="6401999"/>
            <a:ext cx="2208212" cy="369332"/>
          </a:xfrm>
        </p:spPr>
        <p:txBody>
          <a:bodyPr rtlCol="0"/>
          <a:lstStyle/>
          <a:p>
            <a:pPr marL="0" marR="0" lvl="0" indent="0" algn="r" defTabSz="914400" rtl="0" eaLnBrk="1" fontAlgn="auto" latinLnBrk="0" hangingPunct="1">
              <a:lnSpc>
                <a:spcPct val="100000"/>
              </a:lnSpc>
              <a:spcBef>
                <a:spcPts val="0"/>
              </a:spcBef>
              <a:spcAft>
                <a:spcPts val="0"/>
              </a:spcAft>
              <a:buClrTx/>
              <a:buSzTx/>
              <a:buFontTx/>
              <a:buNone/>
              <a:tabLst/>
              <a:defRPr/>
            </a:pPr>
            <a:fld id="{D39607A7-8386-47DB-8578-DDEDD194E5D4}" type="slidenum">
              <a:rPr kumimoji="0" lang="en-GB" sz="1000" b="0" i="0" u="none" strike="noStrike" kern="1200" cap="all" spc="300" normalizeH="0" baseline="0" noProof="0" smtClean="0">
                <a:ln>
                  <a:noFill/>
                </a:ln>
                <a:solidFill>
                  <a:prstClr val="white">
                    <a:alpha val="70000"/>
                  </a:prstClr>
                </a:solidFill>
                <a:effectLst/>
                <a:uLnTx/>
                <a:uFillTx/>
                <a:latin typeface="Avenir Next LT Pro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GB" sz="1000" b="0" i="0" u="none" strike="noStrike" kern="1200" cap="all" spc="300" normalizeH="0" baseline="0" noProof="0">
              <a:ln>
                <a:noFill/>
              </a:ln>
              <a:solidFill>
                <a:prstClr val="white">
                  <a:alpha val="70000"/>
                </a:prstClr>
              </a:solidFill>
              <a:effectLst/>
              <a:uLnTx/>
              <a:uFillTx/>
              <a:latin typeface="Avenir Next LT Pro Light"/>
              <a:ea typeface="+mn-ea"/>
              <a:cs typeface="+mn-cs"/>
            </a:endParaRPr>
          </a:p>
        </p:txBody>
      </p:sp>
    </p:spTree>
    <p:extLst>
      <p:ext uri="{BB962C8B-B14F-4D97-AF65-F5344CB8AC3E}">
        <p14:creationId xmlns:p14="http://schemas.microsoft.com/office/powerpoint/2010/main" val="49872422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Closin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E6EF848A-75B5-49A0-A26E-E3931F22D975}"/>
              </a:ext>
            </a:extLst>
          </p:cNvPr>
          <p:cNvSpPr>
            <a:spLocks noGrp="1"/>
          </p:cNvSpPr>
          <p:nvPr>
            <p:ph type="ctrTitle"/>
          </p:nvPr>
        </p:nvSpPr>
        <p:spPr>
          <a:xfrm>
            <a:off x="3870326" y="1089025"/>
            <a:ext cx="4451349" cy="1532951"/>
          </a:xfrm>
        </p:spPr>
        <p:txBody>
          <a:bodyPr rtlCol="0" anchor="b"/>
          <a:lstStyle>
            <a:lvl1pPr algn="ctr">
              <a:defRPr/>
            </a:lvl1pPr>
          </a:lstStyle>
          <a:p>
            <a:pPr rtl="0"/>
            <a:r>
              <a:rPr lang="en-US" noProof="0"/>
              <a:t>Click to edit Master title style</a:t>
            </a:r>
            <a:endParaRPr lang="en-GB" noProof="0"/>
          </a:p>
        </p:txBody>
      </p:sp>
      <p:sp>
        <p:nvSpPr>
          <p:cNvPr id="8" name="Subtitle 7">
            <a:extLst>
              <a:ext uri="{FF2B5EF4-FFF2-40B4-BE49-F238E27FC236}">
                <a16:creationId xmlns:a16="http://schemas.microsoft.com/office/drawing/2014/main" id="{0D20A319-635D-423F-BBAC-55CDC1785605}"/>
              </a:ext>
            </a:extLst>
          </p:cNvPr>
          <p:cNvSpPr>
            <a:spLocks noGrp="1"/>
          </p:cNvSpPr>
          <p:nvPr>
            <p:ph type="subTitle" idx="1"/>
          </p:nvPr>
        </p:nvSpPr>
        <p:spPr>
          <a:xfrm>
            <a:off x="3870326" y="4248000"/>
            <a:ext cx="4451349" cy="1520975"/>
          </a:xfrm>
        </p:spPr>
        <p:txBody>
          <a:bodyPr rtlCol="0"/>
          <a:lstStyle>
            <a:lvl1pPr marL="0" indent="0" algn="ctr">
              <a:buNone/>
              <a:defRPr i="1"/>
            </a:lvl1pPr>
          </a:lstStyle>
          <a:p>
            <a:pPr rtl="0"/>
            <a:r>
              <a:rPr lang="en-US" noProof="0"/>
              <a:t>Click to edit Master subtitle style</a:t>
            </a:r>
            <a:endParaRPr lang="en-GB" noProof="0"/>
          </a:p>
        </p:txBody>
      </p:sp>
      <p:sp>
        <p:nvSpPr>
          <p:cNvPr id="31" name="Picture Placeholder 28">
            <a:extLst>
              <a:ext uri="{FF2B5EF4-FFF2-40B4-BE49-F238E27FC236}">
                <a16:creationId xmlns:a16="http://schemas.microsoft.com/office/drawing/2014/main" id="{2A95A91B-7863-4D63-9D9B-EB1E440C1DFD}"/>
              </a:ext>
            </a:extLst>
          </p:cNvPr>
          <p:cNvSpPr>
            <a:spLocks noGrp="1"/>
          </p:cNvSpPr>
          <p:nvPr>
            <p:ph type="pic" sz="quarter" idx="13" hasCustomPrompt="1"/>
          </p:nvPr>
        </p:nvSpPr>
        <p:spPr>
          <a:xfrm>
            <a:off x="539750" y="539750"/>
            <a:ext cx="2768600" cy="5778500"/>
          </a:xfrm>
        </p:spPr>
        <p:txBody>
          <a:bodyPr rtlCol="0"/>
          <a:lstStyle>
            <a:lvl1pPr marL="0" indent="0" algn="ctr">
              <a:buNone/>
              <a:defRPr/>
            </a:lvl1pPr>
          </a:lstStyle>
          <a:p>
            <a:pPr rtl="0"/>
            <a:r>
              <a:rPr lang="en-GB" noProof="0"/>
              <a:t>Click to add photo</a:t>
            </a:r>
          </a:p>
        </p:txBody>
      </p:sp>
      <p:sp>
        <p:nvSpPr>
          <p:cNvPr id="32" name="Picture Placeholder 28">
            <a:extLst>
              <a:ext uri="{FF2B5EF4-FFF2-40B4-BE49-F238E27FC236}">
                <a16:creationId xmlns:a16="http://schemas.microsoft.com/office/drawing/2014/main" id="{AC55B2B7-A24A-4F78-B673-918F440A12E6}"/>
              </a:ext>
            </a:extLst>
          </p:cNvPr>
          <p:cNvSpPr>
            <a:spLocks noGrp="1"/>
          </p:cNvSpPr>
          <p:nvPr>
            <p:ph type="pic" sz="quarter" idx="14" hasCustomPrompt="1"/>
          </p:nvPr>
        </p:nvSpPr>
        <p:spPr>
          <a:xfrm>
            <a:off x="8883400" y="540000"/>
            <a:ext cx="2768600" cy="5778500"/>
          </a:xfrm>
        </p:spPr>
        <p:txBody>
          <a:bodyPr rtlCol="0"/>
          <a:lstStyle>
            <a:lvl1pPr marL="0" indent="0" algn="ctr">
              <a:buNone/>
              <a:defRPr/>
            </a:lvl1pPr>
          </a:lstStyle>
          <a:p>
            <a:pPr rtl="0"/>
            <a:r>
              <a:rPr lang="en-GB" noProof="0"/>
              <a:t>Click to add photo</a:t>
            </a:r>
          </a:p>
        </p:txBody>
      </p:sp>
      <p:sp>
        <p:nvSpPr>
          <p:cNvPr id="25" name="Date Placeholder 3">
            <a:extLst>
              <a:ext uri="{FF2B5EF4-FFF2-40B4-BE49-F238E27FC236}">
                <a16:creationId xmlns:a16="http://schemas.microsoft.com/office/drawing/2014/main" id="{F2472D78-AA98-4F36-B6D6-73FDDFEDE3ED}"/>
              </a:ext>
            </a:extLst>
          </p:cNvPr>
          <p:cNvSpPr>
            <a:spLocks noGrp="1"/>
          </p:cNvSpPr>
          <p:nvPr>
            <p:ph type="dt" sz="half" idx="10"/>
          </p:nvPr>
        </p:nvSpPr>
        <p:spPr>
          <a:xfrm>
            <a:off x="541338" y="6401999"/>
            <a:ext cx="2206625" cy="369332"/>
          </a:xfrm>
        </p:spPr>
        <p:txBody>
          <a:bodyPr rtlCol="0"/>
          <a:lstStyle>
            <a:lvl1pPr>
              <a:defRPr/>
            </a:lvl1pPr>
          </a:lstStyle>
          <a:p>
            <a:pPr rtl="0">
              <a:defRPr/>
            </a:pPr>
            <a:r>
              <a:rPr lang="en-GB" noProof="0">
                <a:solidFill>
                  <a:prstClr val="white">
                    <a:alpha val="70000"/>
                  </a:prstClr>
                </a:solidFill>
              </a:rPr>
              <a:t>20XX</a:t>
            </a:r>
          </a:p>
        </p:txBody>
      </p:sp>
      <p:sp>
        <p:nvSpPr>
          <p:cNvPr id="26" name="Footer Placeholder 4">
            <a:extLst>
              <a:ext uri="{FF2B5EF4-FFF2-40B4-BE49-F238E27FC236}">
                <a16:creationId xmlns:a16="http://schemas.microsoft.com/office/drawing/2014/main" id="{389A6CF9-7AEC-41F9-B68D-D7919EE0877D}"/>
              </a:ext>
            </a:extLst>
          </p:cNvPr>
          <p:cNvSpPr>
            <a:spLocks noGrp="1"/>
          </p:cNvSpPr>
          <p:nvPr>
            <p:ph type="ftr" sz="quarter" idx="11"/>
          </p:nvPr>
        </p:nvSpPr>
        <p:spPr>
          <a:xfrm>
            <a:off x="3308350" y="6401999"/>
            <a:ext cx="5575300" cy="369332"/>
          </a:xfrm>
        </p:spPr>
        <p:txBody>
          <a:bodyPr rtlCol="0"/>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000" b="0" i="0" u="none" strike="noStrike" kern="1200" cap="all" spc="300" normalizeH="0" noProof="0">
                <a:ln>
                  <a:noFill/>
                </a:ln>
                <a:solidFill>
                  <a:prstClr val="white">
                    <a:alpha val="70000"/>
                  </a:prstClr>
                </a:solidFill>
                <a:effectLst/>
                <a:uLnTx/>
                <a:uFillTx/>
                <a:latin typeface="Avenir Next LT Pro Light"/>
                <a:ea typeface="+mn-ea"/>
                <a:cs typeface="+mn-cs"/>
              </a:rPr>
              <a:t>Presentation Title</a:t>
            </a:r>
          </a:p>
        </p:txBody>
      </p:sp>
      <p:sp>
        <p:nvSpPr>
          <p:cNvPr id="27" name="Slide Number Placeholder 5">
            <a:extLst>
              <a:ext uri="{FF2B5EF4-FFF2-40B4-BE49-F238E27FC236}">
                <a16:creationId xmlns:a16="http://schemas.microsoft.com/office/drawing/2014/main" id="{D01CF4E0-7641-49C6-B4CE-27534439224A}"/>
              </a:ext>
            </a:extLst>
          </p:cNvPr>
          <p:cNvSpPr>
            <a:spLocks noGrp="1"/>
          </p:cNvSpPr>
          <p:nvPr>
            <p:ph type="sldNum" sz="quarter" idx="12"/>
          </p:nvPr>
        </p:nvSpPr>
        <p:spPr>
          <a:xfrm>
            <a:off x="9442800" y="6401999"/>
            <a:ext cx="2208212" cy="369332"/>
          </a:xfrm>
        </p:spPr>
        <p:txBody>
          <a:bodyPr rtlCol="0"/>
          <a:lstStyle/>
          <a:p>
            <a:pPr marL="0" marR="0" lvl="0" indent="0" algn="r" defTabSz="914400" rtl="0" eaLnBrk="1" fontAlgn="auto" latinLnBrk="0" hangingPunct="1">
              <a:lnSpc>
                <a:spcPct val="100000"/>
              </a:lnSpc>
              <a:spcBef>
                <a:spcPts val="0"/>
              </a:spcBef>
              <a:spcAft>
                <a:spcPts val="0"/>
              </a:spcAft>
              <a:buClrTx/>
              <a:buSzTx/>
              <a:buFontTx/>
              <a:buNone/>
              <a:tabLst/>
              <a:defRPr/>
            </a:pPr>
            <a:fld id="{D39607A7-8386-47DB-8578-DDEDD194E5D4}" type="slidenum">
              <a:rPr kumimoji="0" lang="en-GB" sz="1000" b="0" i="0" u="none" strike="noStrike" kern="1200" cap="all" spc="300" normalizeH="0" baseline="0" noProof="0" smtClean="0">
                <a:ln>
                  <a:noFill/>
                </a:ln>
                <a:solidFill>
                  <a:prstClr val="white">
                    <a:alpha val="70000"/>
                  </a:prstClr>
                </a:solidFill>
                <a:effectLst/>
                <a:uLnTx/>
                <a:uFillTx/>
                <a:latin typeface="Avenir Next LT Pro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GB" sz="1000" b="0" i="0" u="none" strike="noStrike" kern="1200" cap="all" spc="300" normalizeH="0" baseline="0" noProof="0">
              <a:ln>
                <a:noFill/>
              </a:ln>
              <a:solidFill>
                <a:prstClr val="white">
                  <a:alpha val="70000"/>
                </a:prstClr>
              </a:solidFill>
              <a:effectLst/>
              <a:uLnTx/>
              <a:uFillTx/>
              <a:latin typeface="Avenir Next LT Pro Light"/>
              <a:ea typeface="+mn-ea"/>
              <a:cs typeface="+mn-cs"/>
            </a:endParaRPr>
          </a:p>
        </p:txBody>
      </p:sp>
      <p:grpSp>
        <p:nvGrpSpPr>
          <p:cNvPr id="24" name="Group 23">
            <a:extLst>
              <a:ext uri="{FF2B5EF4-FFF2-40B4-BE49-F238E27FC236}">
                <a16:creationId xmlns:a16="http://schemas.microsoft.com/office/drawing/2014/main" id="{31AFB269-EE5A-41D3-BCD6-D9F59CE699B7}"/>
              </a:ext>
              <a:ext uri="{C183D7F6-B498-43B3-948B-1728B52AA6E4}">
                <adec:decorative xmlns:adec="http://schemas.microsoft.com/office/drawing/2017/decorative" val="1"/>
              </a:ext>
            </a:extLst>
          </p:cNvPr>
          <p:cNvGrpSpPr/>
          <p:nvPr userDrawn="1"/>
        </p:nvGrpSpPr>
        <p:grpSpPr>
          <a:xfrm>
            <a:off x="5354952" y="3043393"/>
            <a:ext cx="1481845" cy="787628"/>
            <a:chOff x="4987925" y="2840038"/>
            <a:chExt cx="2216150" cy="1177924"/>
          </a:xfrm>
        </p:grpSpPr>
        <p:sp>
          <p:nvSpPr>
            <p:cNvPr id="28" name="Rectangle 27">
              <a:extLst>
                <a:ext uri="{FF2B5EF4-FFF2-40B4-BE49-F238E27FC236}">
                  <a16:creationId xmlns:a16="http://schemas.microsoft.com/office/drawing/2014/main" id="{45469245-EBD6-4BF4-B555-140F59F51604}"/>
                </a:ext>
              </a:extLst>
            </p:cNvPr>
            <p:cNvSpPr/>
            <p:nvPr/>
          </p:nvSpPr>
          <p:spPr>
            <a:xfrm>
              <a:off x="4987925" y="2840038"/>
              <a:ext cx="2216150" cy="1177924"/>
            </a:xfrm>
            <a:prstGeom prst="rect">
              <a:avLst/>
            </a:prstGeom>
            <a:solidFill>
              <a:schemeClr val="bg2">
                <a:alpha val="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29" name="Rectangle 28">
              <a:extLst>
                <a:ext uri="{FF2B5EF4-FFF2-40B4-BE49-F238E27FC236}">
                  <a16:creationId xmlns:a16="http://schemas.microsoft.com/office/drawing/2014/main" id="{469BCC58-7D38-43ED-B78C-2D780660AA2B}"/>
                </a:ext>
              </a:extLst>
            </p:cNvPr>
            <p:cNvSpPr/>
            <p:nvPr/>
          </p:nvSpPr>
          <p:spPr>
            <a:xfrm>
              <a:off x="5750208" y="2992877"/>
              <a:ext cx="972458" cy="919518"/>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30" name="Rectangle 29">
              <a:extLst>
                <a:ext uri="{FF2B5EF4-FFF2-40B4-BE49-F238E27FC236}">
                  <a16:creationId xmlns:a16="http://schemas.microsoft.com/office/drawing/2014/main" id="{0A8F2EBB-150B-4044-A215-E7B7EAD7429A}"/>
                </a:ext>
              </a:extLst>
            </p:cNvPr>
            <p:cNvSpPr/>
            <p:nvPr/>
          </p:nvSpPr>
          <p:spPr>
            <a:xfrm flipH="1">
              <a:off x="5469335" y="2992877"/>
              <a:ext cx="972458" cy="919518"/>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venir Next LT Pro Light"/>
                <a:ea typeface="+mn-ea"/>
                <a:cs typeface="+mn-cs"/>
              </a:endParaRPr>
            </a:p>
          </p:txBody>
        </p:sp>
        <p:grpSp>
          <p:nvGrpSpPr>
            <p:cNvPr id="33" name="Group 32">
              <a:extLst>
                <a:ext uri="{FF2B5EF4-FFF2-40B4-BE49-F238E27FC236}">
                  <a16:creationId xmlns:a16="http://schemas.microsoft.com/office/drawing/2014/main" id="{E3CC0AD8-7413-4C81-9A62-702945CC3BE8}"/>
                </a:ext>
              </a:extLst>
            </p:cNvPr>
            <p:cNvGrpSpPr/>
            <p:nvPr/>
          </p:nvGrpSpPr>
          <p:grpSpPr>
            <a:xfrm>
              <a:off x="5614944" y="3117662"/>
              <a:ext cx="1009280" cy="464739"/>
              <a:chOff x="4432859" y="3200647"/>
              <a:chExt cx="1009280" cy="464739"/>
            </a:xfrm>
          </p:grpSpPr>
          <p:sp>
            <p:nvSpPr>
              <p:cNvPr id="41" name="Freeform: Shape 40">
                <a:extLst>
                  <a:ext uri="{FF2B5EF4-FFF2-40B4-BE49-F238E27FC236}">
                    <a16:creationId xmlns:a16="http://schemas.microsoft.com/office/drawing/2014/main" id="{2502799B-0C00-4D54-A631-1E79EAA52AFC}"/>
                  </a:ext>
                </a:extLst>
              </p:cNvPr>
              <p:cNvSpPr/>
              <p:nvPr/>
            </p:nvSpPr>
            <p:spPr>
              <a:xfrm rot="16200000" flipH="1" flipV="1">
                <a:off x="4977400" y="3200647"/>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42" name="Freeform: Shape 41">
                <a:extLst>
                  <a:ext uri="{FF2B5EF4-FFF2-40B4-BE49-F238E27FC236}">
                    <a16:creationId xmlns:a16="http://schemas.microsoft.com/office/drawing/2014/main" id="{64E9F509-6627-4770-8A74-970F83C54B15}"/>
                  </a:ext>
                </a:extLst>
              </p:cNvPr>
              <p:cNvSpPr/>
              <p:nvPr/>
            </p:nvSpPr>
            <p:spPr>
              <a:xfrm rot="5400000" flipV="1">
                <a:off x="4432859" y="3200647"/>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venir Next LT Pro Light"/>
                  <a:ea typeface="+mn-ea"/>
                  <a:cs typeface="+mn-cs"/>
                </a:endParaRPr>
              </a:p>
            </p:txBody>
          </p:sp>
        </p:grpSp>
        <p:grpSp>
          <p:nvGrpSpPr>
            <p:cNvPr id="34" name="Group 33">
              <a:extLst>
                <a:ext uri="{FF2B5EF4-FFF2-40B4-BE49-F238E27FC236}">
                  <a16:creationId xmlns:a16="http://schemas.microsoft.com/office/drawing/2014/main" id="{5C187A2A-8F72-40F1-B320-D3B624B54859}"/>
                </a:ext>
              </a:extLst>
            </p:cNvPr>
            <p:cNvGrpSpPr/>
            <p:nvPr/>
          </p:nvGrpSpPr>
          <p:grpSpPr>
            <a:xfrm>
              <a:off x="5679979" y="2915338"/>
              <a:ext cx="1080000" cy="1080000"/>
              <a:chOff x="4497894" y="2998323"/>
              <a:chExt cx="1080000" cy="1080000"/>
            </a:xfrm>
          </p:grpSpPr>
          <p:grpSp>
            <p:nvGrpSpPr>
              <p:cNvPr id="35" name="Group 34">
                <a:extLst>
                  <a:ext uri="{FF2B5EF4-FFF2-40B4-BE49-F238E27FC236}">
                    <a16:creationId xmlns:a16="http://schemas.microsoft.com/office/drawing/2014/main" id="{038DCBEB-9435-4A10-828C-CBFA74A08708}"/>
                  </a:ext>
                </a:extLst>
              </p:cNvPr>
              <p:cNvGrpSpPr/>
              <p:nvPr/>
            </p:nvGrpSpPr>
            <p:grpSpPr>
              <a:xfrm rot="13500000">
                <a:off x="4805524" y="2998323"/>
                <a:ext cx="464739" cy="1080000"/>
                <a:chOff x="4511184" y="2470620"/>
                <a:chExt cx="464739" cy="1080000"/>
              </a:xfrm>
            </p:grpSpPr>
            <p:sp>
              <p:nvSpPr>
                <p:cNvPr id="39" name="Freeform: Shape 38">
                  <a:extLst>
                    <a:ext uri="{FF2B5EF4-FFF2-40B4-BE49-F238E27FC236}">
                      <a16:creationId xmlns:a16="http://schemas.microsoft.com/office/drawing/2014/main" id="{A8CE8E01-DABF-4783-A397-EDB1A91E2950}"/>
                    </a:ext>
                  </a:extLst>
                </p:cNvPr>
                <p:cNvSpPr/>
                <p:nvPr/>
              </p:nvSpPr>
              <p:spPr>
                <a:xfrm rot="2700000" flipH="1" flipV="1">
                  <a:off x="4511184" y="2990814"/>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venir Next LT Pro Light"/>
                    <a:ea typeface="+mn-ea"/>
                    <a:cs typeface="+mn-cs"/>
                  </a:endParaRPr>
                </a:p>
              </p:txBody>
            </p:sp>
            <p:cxnSp>
              <p:nvCxnSpPr>
                <p:cNvPr id="40" name="Straight Connector 39">
                  <a:extLst>
                    <a:ext uri="{FF2B5EF4-FFF2-40B4-BE49-F238E27FC236}">
                      <a16:creationId xmlns:a16="http://schemas.microsoft.com/office/drawing/2014/main" id="{6401896A-2EF5-4843-9DC5-ECC0D6F6A7F2}"/>
                    </a:ext>
                  </a:extLst>
                </p:cNvPr>
                <p:cNvCxnSpPr>
                  <a:cxnSpLocks/>
                </p:cNvCxnSpPr>
                <p:nvPr/>
              </p:nvCxnSpPr>
              <p:spPr>
                <a:xfrm flipV="1">
                  <a:off x="4742369" y="2470620"/>
                  <a:ext cx="0" cy="108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6" name="Group 35">
                <a:extLst>
                  <a:ext uri="{FF2B5EF4-FFF2-40B4-BE49-F238E27FC236}">
                    <a16:creationId xmlns:a16="http://schemas.microsoft.com/office/drawing/2014/main" id="{FB7C02DC-3E0A-45D2-859A-86EB5A3CF979}"/>
                  </a:ext>
                </a:extLst>
              </p:cNvPr>
              <p:cNvGrpSpPr/>
              <p:nvPr/>
            </p:nvGrpSpPr>
            <p:grpSpPr>
              <a:xfrm rot="8100000" flipH="1">
                <a:off x="4542572" y="2998323"/>
                <a:ext cx="464739" cy="1080000"/>
                <a:chOff x="4511184" y="2470620"/>
                <a:chExt cx="464739" cy="1080000"/>
              </a:xfrm>
            </p:grpSpPr>
            <p:sp>
              <p:nvSpPr>
                <p:cNvPr id="37" name="Freeform: Shape 36">
                  <a:extLst>
                    <a:ext uri="{FF2B5EF4-FFF2-40B4-BE49-F238E27FC236}">
                      <a16:creationId xmlns:a16="http://schemas.microsoft.com/office/drawing/2014/main" id="{C5170D8C-ECD3-41D1-83F4-8C2A4AEC277D}"/>
                    </a:ext>
                  </a:extLst>
                </p:cNvPr>
                <p:cNvSpPr/>
                <p:nvPr/>
              </p:nvSpPr>
              <p:spPr>
                <a:xfrm rot="2700000" flipH="1" flipV="1">
                  <a:off x="4511184" y="2990814"/>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venir Next LT Pro Light"/>
                    <a:ea typeface="+mn-ea"/>
                    <a:cs typeface="+mn-cs"/>
                  </a:endParaRPr>
                </a:p>
              </p:txBody>
            </p:sp>
            <p:cxnSp>
              <p:nvCxnSpPr>
                <p:cNvPr id="38" name="Straight Connector 37">
                  <a:extLst>
                    <a:ext uri="{FF2B5EF4-FFF2-40B4-BE49-F238E27FC236}">
                      <a16:creationId xmlns:a16="http://schemas.microsoft.com/office/drawing/2014/main" id="{BADB4C03-0F86-4580-B0C9-48DD4B3B67FF}"/>
                    </a:ext>
                  </a:extLst>
                </p:cNvPr>
                <p:cNvCxnSpPr>
                  <a:cxnSpLocks/>
                </p:cNvCxnSpPr>
                <p:nvPr/>
              </p:nvCxnSpPr>
              <p:spPr>
                <a:xfrm flipV="1">
                  <a:off x="4742369" y="2470620"/>
                  <a:ext cx="0" cy="108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spTree>
    <p:extLst>
      <p:ext uri="{BB962C8B-B14F-4D97-AF65-F5344CB8AC3E}">
        <p14:creationId xmlns:p14="http://schemas.microsoft.com/office/powerpoint/2010/main" val="20487214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30">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GB"/>
              </a:p>
            </p:txBody>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GB"/>
              </a:p>
            </p:txBody>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GB"/>
              </a:p>
            </p:txBody>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GB"/>
              </a:p>
            </p:txBody>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GB"/>
              </a:p>
            </p:txBody>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GB"/>
              </a:p>
            </p:txBody>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GB"/>
              </a:p>
            </p:txBody>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GB"/>
              </a:p>
            </p:txBody>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GB"/>
              </a:p>
            </p:txBody>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GB"/>
              </a:p>
            </p:txBody>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GB"/>
              </a:p>
            </p:txBody>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GB"/>
              </a:p>
            </p:txBody>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GB"/>
              </a:p>
            </p:txBody>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GB"/>
              </a:p>
            </p:txBody>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GB"/>
              </a:p>
            </p:txBody>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GB"/>
              </a:p>
            </p:txBody>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GB"/>
              </a:p>
            </p:txBody>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GB"/>
              </a:p>
            </p:txBody>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GB"/>
              </a:p>
            </p:txBody>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GB"/>
              </a:p>
            </p:txBody>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GB"/>
              </a:p>
            </p:txBody>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GB"/>
              </a:p>
            </p:txBody>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GB"/>
              </a:p>
            </p:txBody>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GB"/>
              </a:p>
            </p:txBody>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GB"/>
              </a:p>
            </p:txBody>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GB"/>
              </a:p>
            </p:txBody>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GB"/>
              </a:p>
            </p:txBody>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GB"/>
              </a:p>
            </p:txBody>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GB"/>
              </a:p>
            </p:txBody>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GB"/>
              </a:p>
            </p:txBody>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GB"/>
              </a:p>
            </p:txBody>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GB"/>
              </a:p>
            </p:txBody>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GB"/>
              </a:p>
            </p:txBody>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GB"/>
              </a:p>
            </p:txBody>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GB"/>
              </a:p>
            </p:txBody>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GB"/>
              </a:p>
            </p:txBody>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GB"/>
              </a:p>
            </p:txBody>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pPr rtl="0"/>
            <a:r>
              <a:rPr lang="en-GB" noProof="0"/>
              <a:t>20XX</a:t>
            </a:r>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pPr rtl="0"/>
            <a:r>
              <a:rPr lang="en-GB" noProof="0"/>
              <a:t>Presentation Title</a:t>
            </a:r>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pPr rtl="0"/>
            <a:fld id="{D39607A7-8386-47DB-8578-DDEDD194E5D4}" type="slidenum">
              <a:rPr lang="en-GB" noProof="0" smtClean="0"/>
              <a:pPr rtl="0"/>
              <a:t>‹#›</a:t>
            </a:fld>
            <a:endParaRPr lang="en-GB" noProof="0"/>
          </a:p>
        </p:txBody>
      </p:sp>
    </p:spTree>
    <p:extLst>
      <p:ext uri="{BB962C8B-B14F-4D97-AF65-F5344CB8AC3E}">
        <p14:creationId xmlns:p14="http://schemas.microsoft.com/office/powerpoint/2010/main" val="1291784467"/>
      </p:ext>
    </p:extLst>
  </p:cSld>
  <p:clrMap bg1="dk1" tx1="lt1" bg2="dk2" tx2="lt2" accent1="accent1" accent2="accent2" accent3="accent3" accent4="accent4" accent5="accent5" accent6="accent6" hlink="hlink" folHlink="folHlink"/>
  <p:sldLayoutIdLst>
    <p:sldLayoutId id="2147483725" r:id="rId1"/>
    <p:sldLayoutId id="2147483726" r:id="rId2"/>
    <p:sldLayoutId id="2147483727" r:id="rId3"/>
    <p:sldLayoutId id="2147483728" r:id="rId4"/>
    <p:sldLayoutId id="2147483729" r:id="rId5"/>
    <p:sldLayoutId id="2147483730" r:id="rId6"/>
    <p:sldLayoutId id="2147483731" r:id="rId7"/>
    <p:sldLayoutId id="2147483732" r:id="rId8"/>
    <p:sldLayoutId id="2147483733" r:id="rId9"/>
    <p:sldLayoutId id="2147483734" r:id="rId10"/>
    <p:sldLayoutId id="2147483735" r:id="rId11"/>
    <p:sldLayoutId id="2147483736" r:id="rId12"/>
    <p:sldLayoutId id="2147483737" r:id="rId13"/>
    <p:sldLayoutId id="2147483738" r:id="rId14"/>
    <p:sldLayoutId id="2147483739" r:id="rId15"/>
    <p:sldLayoutId id="2147483740" r:id="rId16"/>
    <p:sldLayoutId id="2147483741" r:id="rId17"/>
    <p:sldLayoutId id="2147483742" r:id="rId18"/>
    <p:sldLayoutId id="2147483743" r:id="rId19"/>
    <p:sldLayoutId id="2147483744" r:id="rId20"/>
    <p:sldLayoutId id="2147483746" r:id="rId21"/>
    <p:sldLayoutId id="2147483747" r:id="rId22"/>
    <p:sldLayoutId id="2147483748" r:id="rId23"/>
    <p:sldLayoutId id="2147483749" r:id="rId24"/>
    <p:sldLayoutId id="2147483750" r:id="rId25"/>
    <p:sldLayoutId id="2147483751" r:id="rId26"/>
    <p:sldLayoutId id="2147483753" r:id="rId27"/>
    <p:sldLayoutId id="2147483754" r:id="rId28"/>
  </p:sldLayoutIdLst>
  <p:hf hdr="0"/>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image" Target="../media/image3.png"/><Relationship Id="rId7" Type="http://schemas.openxmlformats.org/officeDocument/2006/relationships/image" Target="../media/image5.png"/><Relationship Id="rId12" Type="http://schemas.microsoft.com/office/2007/relationships/hdphoto" Target="../media/hdphoto4.wdp"/><Relationship Id="rId2" Type="http://schemas.openxmlformats.org/officeDocument/2006/relationships/notesSlide" Target="../notesSlides/notesSlide1.xml"/><Relationship Id="rId1" Type="http://schemas.openxmlformats.org/officeDocument/2006/relationships/slideLayout" Target="../slideLayouts/slideLayout18.xml"/><Relationship Id="rId6" Type="http://schemas.microsoft.com/office/2007/relationships/hdphoto" Target="../media/hdphoto2.wdp"/><Relationship Id="rId11" Type="http://schemas.openxmlformats.org/officeDocument/2006/relationships/image" Target="../media/image8.png"/><Relationship Id="rId5" Type="http://schemas.openxmlformats.org/officeDocument/2006/relationships/image" Target="../media/image4.png"/><Relationship Id="rId10" Type="http://schemas.openxmlformats.org/officeDocument/2006/relationships/image" Target="../media/image7.png"/><Relationship Id="rId4" Type="http://schemas.microsoft.com/office/2007/relationships/hdphoto" Target="../media/hdphoto1.wdp"/><Relationship Id="rId9"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9.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20.xml"/><Relationship Id="rId5" Type="http://schemas.openxmlformats.org/officeDocument/2006/relationships/image" Target="../media/image10.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23.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5.xml"/><Relationship Id="rId5" Type="http://schemas.openxmlformats.org/officeDocument/2006/relationships/image" Target="../media/image14.jp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6.xml"/><Relationship Id="rId1" Type="http://schemas.openxmlformats.org/officeDocument/2006/relationships/slideLayout" Target="../slideLayouts/slideLayout15.xml"/><Relationship Id="rId4" Type="http://schemas.openxmlformats.org/officeDocument/2006/relationships/image" Target="../media/image16.jpg"/></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15.xml"/><Relationship Id="rId5" Type="http://schemas.openxmlformats.org/officeDocument/2006/relationships/image" Target="../media/image19.png"/><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8" Type="http://schemas.microsoft.com/office/2007/relationships/hdphoto" Target="../media/hdphoto4.wdp"/><Relationship Id="rId3" Type="http://schemas.openxmlformats.org/officeDocument/2006/relationships/image" Target="../media/image20.png"/><Relationship Id="rId7"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1.xml"/><Relationship Id="rId6" Type="http://schemas.microsoft.com/office/2007/relationships/hdphoto" Target="../media/hdphoto5.wdp"/><Relationship Id="rId5" Type="http://schemas.openxmlformats.org/officeDocument/2006/relationships/image" Target="../media/image22.png"/><Relationship Id="rId4" Type="http://schemas.openxmlformats.org/officeDocument/2006/relationships/image" Target="../media/image21.png"/><Relationship Id="rId9" Type="http://schemas.openxmlformats.org/officeDocument/2006/relationships/image" Target="../media/image23.png"/></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9.xml"/><Relationship Id="rId1" Type="http://schemas.openxmlformats.org/officeDocument/2006/relationships/slideLayout" Target="../slideLayouts/slideLayout25.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3.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1.xml"/><Relationship Id="rId1" Type="http://schemas.openxmlformats.org/officeDocument/2006/relationships/slideLayout" Target="../slideLayouts/slideLayout24.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6.xml"/></Relationships>
</file>

<file path=ppt/slides/_rels/slide1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3.xml"/><Relationship Id="rId1" Type="http://schemas.openxmlformats.org/officeDocument/2006/relationships/slideLayout" Target="../slideLayouts/slideLayout15.xml"/><Relationship Id="rId4" Type="http://schemas.openxmlformats.org/officeDocument/2006/relationships/image" Target="../media/image30.png"/></Relationships>
</file>

<file path=ppt/slides/_rels/slide1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5.xml"/><Relationship Id="rId1" Type="http://schemas.openxmlformats.org/officeDocument/2006/relationships/slideLayout" Target="../slideLayouts/slideLayout15.xml"/><Relationship Id="rId4" Type="http://schemas.openxmlformats.org/officeDocument/2006/relationships/image" Target="../media/image33.png"/></Relationships>
</file>

<file path=ppt/slides/_rels/slide1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6.xml"/><Relationship Id="rId1" Type="http://schemas.openxmlformats.org/officeDocument/2006/relationships/slideLayout" Target="../slideLayouts/slideLayout22.xml"/></Relationships>
</file>

<file path=ppt/slides/_rels/slide1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7.xml"/><Relationship Id="rId1" Type="http://schemas.openxmlformats.org/officeDocument/2006/relationships/slideLayout" Target="../slideLayouts/slideLayout27.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1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8.xml"/><Relationship Id="rId1" Type="http://schemas.openxmlformats.org/officeDocument/2006/relationships/slideLayout" Target="../slideLayouts/slideLayout28.xml"/><Relationship Id="rId5" Type="http://schemas.openxmlformats.org/officeDocument/2006/relationships/image" Target="../media/image10.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5">
            <a:extLst>
              <a:ext uri="{FF2B5EF4-FFF2-40B4-BE49-F238E27FC236}">
                <a16:creationId xmlns:a16="http://schemas.microsoft.com/office/drawing/2014/main" id="{9DC390BA-98AB-DE6F-A709-467952EFAB5C}"/>
              </a:ext>
              <a:ext uri="{C183D7F6-B498-43B3-948B-1728B52AA6E4}">
                <adec:decorative xmlns:adec="http://schemas.microsoft.com/office/drawing/2017/decorative" val="1"/>
              </a:ext>
            </a:extLst>
          </p:cNvPr>
          <p:cNvSpPr/>
          <p:nvPr/>
        </p:nvSpPr>
        <p:spPr>
          <a:xfrm flipV="1">
            <a:off x="2286437" y="4006319"/>
            <a:ext cx="5123579" cy="1759858"/>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a:p>
        </p:txBody>
      </p:sp>
      <p:sp>
        <p:nvSpPr>
          <p:cNvPr id="12" name="Rectangle 5">
            <a:extLst>
              <a:ext uri="{FF2B5EF4-FFF2-40B4-BE49-F238E27FC236}">
                <a16:creationId xmlns:a16="http://schemas.microsoft.com/office/drawing/2014/main" id="{BF82E292-DFEA-41F7-8541-66C7DFE609B3}"/>
              </a:ext>
              <a:ext uri="{C183D7F6-B498-43B3-948B-1728B52AA6E4}">
                <adec:decorative xmlns:adec="http://schemas.microsoft.com/office/drawing/2017/decorative" val="1"/>
              </a:ext>
            </a:extLst>
          </p:cNvPr>
          <p:cNvSpPr/>
          <p:nvPr/>
        </p:nvSpPr>
        <p:spPr>
          <a:xfrm flipV="1">
            <a:off x="1217954" y="1727199"/>
            <a:ext cx="5123579" cy="1817022"/>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a:p>
        </p:txBody>
      </p:sp>
      <p:sp>
        <p:nvSpPr>
          <p:cNvPr id="3" name="Documento multiplo 2">
            <a:extLst>
              <a:ext uri="{FF2B5EF4-FFF2-40B4-BE49-F238E27FC236}">
                <a16:creationId xmlns:a16="http://schemas.microsoft.com/office/drawing/2014/main" id="{E014A290-ACB2-6A54-5DA5-ADD7117BA722}"/>
              </a:ext>
            </a:extLst>
          </p:cNvPr>
          <p:cNvSpPr/>
          <p:nvPr/>
        </p:nvSpPr>
        <p:spPr>
          <a:xfrm>
            <a:off x="5088248" y="1837621"/>
            <a:ext cx="2204764" cy="2031225"/>
          </a:xfrm>
          <a:prstGeom prst="flowChartMultidocumen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0" name="Title 9">
            <a:extLst>
              <a:ext uri="{FF2B5EF4-FFF2-40B4-BE49-F238E27FC236}">
                <a16:creationId xmlns:a16="http://schemas.microsoft.com/office/drawing/2014/main" id="{903501C3-C301-490F-A129-5C468AEC915D}"/>
              </a:ext>
            </a:extLst>
          </p:cNvPr>
          <p:cNvSpPr>
            <a:spLocks noGrp="1"/>
          </p:cNvSpPr>
          <p:nvPr>
            <p:ph type="ctrTitle"/>
          </p:nvPr>
        </p:nvSpPr>
        <p:spPr>
          <a:xfrm>
            <a:off x="7824163" y="1690724"/>
            <a:ext cx="3768728" cy="1822558"/>
          </a:xfrm>
        </p:spPr>
        <p:txBody>
          <a:bodyPr rtlCol="0">
            <a:normAutofit fontScale="90000"/>
          </a:bodyPr>
          <a:lstStyle/>
          <a:p>
            <a:pPr rtl="0"/>
            <a:r>
              <a:rPr lang="en-GB"/>
              <a:t>Flow RATE </a:t>
            </a:r>
            <a:r>
              <a:rPr lang="en-GB" dirty="0"/>
              <a:t>Transducer Calibration project</a:t>
            </a:r>
          </a:p>
        </p:txBody>
      </p:sp>
      <p:sp>
        <p:nvSpPr>
          <p:cNvPr id="11" name="Subtitle 10">
            <a:extLst>
              <a:ext uri="{FF2B5EF4-FFF2-40B4-BE49-F238E27FC236}">
                <a16:creationId xmlns:a16="http://schemas.microsoft.com/office/drawing/2014/main" id="{FC3F3DE7-4288-44D0-9E2E-8E5B9936AE7C}"/>
              </a:ext>
            </a:extLst>
          </p:cNvPr>
          <p:cNvSpPr>
            <a:spLocks noGrp="1"/>
          </p:cNvSpPr>
          <p:nvPr>
            <p:ph type="subTitle" idx="1"/>
          </p:nvPr>
        </p:nvSpPr>
        <p:spPr>
          <a:xfrm>
            <a:off x="7958510" y="4430992"/>
            <a:ext cx="2515219" cy="1655762"/>
          </a:xfrm>
        </p:spPr>
        <p:txBody>
          <a:bodyPr rtlCol="0">
            <a:normAutofit fontScale="92500" lnSpcReduction="10000"/>
          </a:bodyPr>
          <a:lstStyle/>
          <a:p>
            <a:pPr algn="l" rtl="0"/>
            <a:r>
              <a:rPr lang="en-GB" dirty="0"/>
              <a:t>Antonio Pedicini Miriam Paradiso Hamza </a:t>
            </a:r>
            <a:r>
              <a:rPr lang="en-GB" dirty="0" err="1"/>
              <a:t>Mekni</a:t>
            </a:r>
            <a:r>
              <a:rPr lang="en-GB" dirty="0"/>
              <a:t>     Omid </a:t>
            </a:r>
            <a:r>
              <a:rPr lang="en-GB" dirty="0" err="1"/>
              <a:t>Moradiarshad</a:t>
            </a:r>
            <a:endParaRPr lang="en-GB" dirty="0"/>
          </a:p>
        </p:txBody>
      </p:sp>
      <p:pic>
        <p:nvPicPr>
          <p:cNvPr id="5" name="Picture Placeholder 4" descr="A poster of a computer program&#10;&#10;AI-generated content may be incorrect.">
            <a:extLst>
              <a:ext uri="{FF2B5EF4-FFF2-40B4-BE49-F238E27FC236}">
                <a16:creationId xmlns:a16="http://schemas.microsoft.com/office/drawing/2014/main" id="{5D71BBD1-C0F5-F5C5-75A9-9F4F64A8C2B8}"/>
              </a:ext>
            </a:extLst>
          </p:cNvPr>
          <p:cNvPicPr>
            <a:picLocks noGrp="1" noChangeAspect="1"/>
          </p:cNvPicPr>
          <p:nvPr>
            <p:ph type="pic" sz="quarter" idx="13"/>
          </p:nvPr>
        </p:nvPicPr>
        <p:blipFill>
          <a:blip r:embed="rId3">
            <a:extLst>
              <a:ext uri="{BEBA8EAE-BF5A-486C-A8C5-ECC9F3942E4B}">
                <a14:imgProps xmlns:a14="http://schemas.microsoft.com/office/drawing/2010/main">
                  <a14:imgLayer r:embed="rId4">
                    <a14:imgEffect>
                      <a14:backgroundRemoval t="23313" b="76687" l="10000" r="90000"/>
                    </a14:imgEffect>
                  </a14:imgLayer>
                </a14:imgProps>
              </a:ext>
            </a:extLst>
          </a:blip>
          <a:srcRect l="26625" t="42489" r="22834" b="33981"/>
          <a:stretch>
            <a:fillRect/>
          </a:stretch>
        </p:blipFill>
        <p:spPr>
          <a:xfrm>
            <a:off x="1383491" y="1721662"/>
            <a:ext cx="3371413" cy="2031225"/>
          </a:xfrm>
        </p:spPr>
      </p:pic>
      <p:pic>
        <p:nvPicPr>
          <p:cNvPr id="7" name="Picture 6" descr="A cover of a book&#10;&#10;AI-generated content may be incorrect.">
            <a:extLst>
              <a:ext uri="{FF2B5EF4-FFF2-40B4-BE49-F238E27FC236}">
                <a16:creationId xmlns:a16="http://schemas.microsoft.com/office/drawing/2014/main" id="{782C55B3-7752-C385-97D3-543820C58970}"/>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foregroundMark x1="37882" y1="57364" x2="37882" y2="57364"/>
                        <a14:foregroundMark x1="50765" y1="60955" x2="50765" y2="60955"/>
                        <a14:foregroundMark x1="63412" y1="57636" x2="63412" y2="57636"/>
                        <a14:foregroundMark x1="39647" y1="57727" x2="39647" y2="57727"/>
                        <a14:foregroundMark x1="38588" y1="57591" x2="38588" y2="57591"/>
                        <a14:foregroundMark x1="38471" y1="57545" x2="38471" y2="57545"/>
                        <a14:foregroundMark x1="47941" y1="63091" x2="47941" y2="63091"/>
                        <a14:foregroundMark x1="49235" y1="40909" x2="49235" y2="40909"/>
                        <a14:foregroundMark x1="48824" y1="40000" x2="48824" y2="40000"/>
                        <a14:foregroundMark x1="49882" y1="42500" x2="49882" y2="42500"/>
                        <a14:foregroundMark x1="38000" y1="58409" x2="38000" y2="58409"/>
                        <a14:foregroundMark x1="38059" y1="57227" x2="38059" y2="57227"/>
                        <a14:backgroundMark x1="40471" y1="57955" x2="40471" y2="57955"/>
                        <a14:backgroundMark x1="40000" y1="57909" x2="40000" y2="57909"/>
                        <a14:backgroundMark x1="39471" y1="57727" x2="39471" y2="57727"/>
                        <a14:backgroundMark x1="39118" y1="57591" x2="39118" y2="57591"/>
                        <a14:backgroundMark x1="38706" y1="57773" x2="38706" y2="57773"/>
                        <a14:backgroundMark x1="39294" y1="57773" x2="39294" y2="57773"/>
                        <a14:backgroundMark x1="39412" y1="58000" x2="39412" y2="58000"/>
                        <a14:backgroundMark x1="39412" y1="57409" x2="39412" y2="57409"/>
                        <a14:backgroundMark x1="51706" y1="60318" x2="51706" y2="60318"/>
                        <a14:backgroundMark x1="63647" y1="57045" x2="63647" y2="57045"/>
                        <a14:backgroundMark x1="39765" y1="57727" x2="39765" y2="57727"/>
                        <a14:backgroundMark x1="39765" y1="57773" x2="39765" y2="57773"/>
                        <a14:backgroundMark x1="39824" y1="57682" x2="39824" y2="57682"/>
                        <a14:backgroundMark x1="39647" y1="57545" x2="39647" y2="57545"/>
                        <a14:backgroundMark x1="38471" y1="57364" x2="38471" y2="57364"/>
                        <a14:backgroundMark x1="38412" y1="57364" x2="38412" y2="57364"/>
                        <a14:backgroundMark x1="38412" y1="57500" x2="38412" y2="57500"/>
                        <a14:backgroundMark x1="38588" y1="57682" x2="38588" y2="57682"/>
                        <a14:backgroundMark x1="37824" y1="57318" x2="37824" y2="57318"/>
                        <a14:backgroundMark x1="50235" y1="39773" x2="50235" y2="39773"/>
                        <a14:backgroundMark x1="38235" y1="56955" x2="38235" y2="56955"/>
                      </a14:backgroundRemoval>
                    </a14:imgEffect>
                  </a14:imgLayer>
                </a14:imgProps>
              </a:ext>
            </a:extLst>
          </a:blip>
          <a:srcRect l="26690" t="37361" r="24078" b="31458"/>
          <a:stretch>
            <a:fillRect/>
          </a:stretch>
        </p:blipFill>
        <p:spPr>
          <a:xfrm>
            <a:off x="4777793" y="4045866"/>
            <a:ext cx="2515219" cy="2054052"/>
          </a:xfrm>
          <a:prstGeom prst="rect">
            <a:avLst/>
          </a:prstGeom>
        </p:spPr>
      </p:pic>
      <p:pic>
        <p:nvPicPr>
          <p:cNvPr id="9" name="Picture 8" descr="A blue circuit board with a heart symbol on it&#10;&#10;AI-generated content may be incorrect.">
            <a:extLst>
              <a:ext uri="{FF2B5EF4-FFF2-40B4-BE49-F238E27FC236}">
                <a16:creationId xmlns:a16="http://schemas.microsoft.com/office/drawing/2014/main" id="{2516D362-6655-7B22-71B9-F4052ED413BC}"/>
              </a:ext>
            </a:extLst>
          </p:cNvPr>
          <p:cNvPicPr>
            <a:picLocks noChangeAspect="1"/>
          </p:cNvPicPr>
          <p:nvPr/>
        </p:nvPicPr>
        <p:blipFill>
          <a:blip r:embed="rId7">
            <a:extLst>
              <a:ext uri="{BEBA8EAE-BF5A-486C-A8C5-ECC9F3942E4B}">
                <a14:imgProps xmlns:a14="http://schemas.microsoft.com/office/drawing/2010/main">
                  <a14:imgLayer r:embed="rId8">
                    <a14:imgEffect>
                      <a14:backgroundRemoval t="10000" b="90000" l="10000" r="90000"/>
                    </a14:imgEffect>
                  </a14:imgLayer>
                </a14:imgProps>
              </a:ext>
            </a:extLst>
          </a:blip>
          <a:stretch>
            <a:fillRect/>
          </a:stretch>
        </p:blipFill>
        <p:spPr>
          <a:xfrm>
            <a:off x="4636443" y="2033889"/>
            <a:ext cx="2892491" cy="1638689"/>
          </a:xfrm>
          <a:prstGeom prst="rect">
            <a:avLst/>
          </a:prstGeom>
        </p:spPr>
      </p:pic>
      <p:pic>
        <p:nvPicPr>
          <p:cNvPr id="18" name="Picture 17" descr="A white and orange play button&#10;&#10;AI-generated content may be incorrect.">
            <a:extLst>
              <a:ext uri="{FF2B5EF4-FFF2-40B4-BE49-F238E27FC236}">
                <a16:creationId xmlns:a16="http://schemas.microsoft.com/office/drawing/2014/main" id="{B6C0AC2B-9048-92EE-40E4-9CE49D6C43C8}"/>
              </a:ext>
            </a:extLst>
          </p:cNvPr>
          <p:cNvPicPr>
            <a:picLocks noChangeAspect="1"/>
          </p:cNvPicPr>
          <p:nvPr/>
        </p:nvPicPr>
        <p:blipFill>
          <a:blip r:embed="rId9"/>
          <a:stretch>
            <a:fillRect/>
          </a:stretch>
        </p:blipFill>
        <p:spPr>
          <a:xfrm>
            <a:off x="10854691" y="39941"/>
            <a:ext cx="467047" cy="467047"/>
          </a:xfrm>
          <a:prstGeom prst="rect">
            <a:avLst/>
          </a:prstGeom>
        </p:spPr>
      </p:pic>
      <p:sp>
        <p:nvSpPr>
          <p:cNvPr id="19" name="Title 9">
            <a:extLst>
              <a:ext uri="{FF2B5EF4-FFF2-40B4-BE49-F238E27FC236}">
                <a16:creationId xmlns:a16="http://schemas.microsoft.com/office/drawing/2014/main" id="{CFB7C124-7DF4-04DD-2DE7-8E9F8AE7269E}"/>
              </a:ext>
            </a:extLst>
          </p:cNvPr>
          <p:cNvSpPr txBox="1">
            <a:spLocks/>
          </p:cNvSpPr>
          <p:nvPr/>
        </p:nvSpPr>
        <p:spPr>
          <a:xfrm>
            <a:off x="7626356" y="3354451"/>
            <a:ext cx="4233490" cy="860534"/>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r>
              <a:rPr lang="en-GB" sz="1400" dirty="0"/>
              <a:t>Measurement for automation and industrial production, </a:t>
            </a:r>
            <a:r>
              <a:rPr lang="en-GB" sz="1400" dirty="0" err="1"/>
              <a:t>a.y</a:t>
            </a:r>
            <a:r>
              <a:rPr lang="en-GB" sz="1400" dirty="0"/>
              <a:t>. 2024-2025</a:t>
            </a:r>
          </a:p>
        </p:txBody>
      </p:sp>
      <p:pic>
        <p:nvPicPr>
          <p:cNvPr id="22" name="Picture 21" descr="A black background with white text&#10;&#10;AI-generated content may be incorrect.">
            <a:extLst>
              <a:ext uri="{FF2B5EF4-FFF2-40B4-BE49-F238E27FC236}">
                <a16:creationId xmlns:a16="http://schemas.microsoft.com/office/drawing/2014/main" id="{0093D943-5D90-C73C-60AE-D1DAD31BE6EC}"/>
              </a:ext>
            </a:extLst>
          </p:cNvPr>
          <p:cNvPicPr>
            <a:picLocks noChangeAspect="1"/>
          </p:cNvPicPr>
          <p:nvPr/>
        </p:nvPicPr>
        <p:blipFill>
          <a:blip r:embed="rId10"/>
          <a:stretch>
            <a:fillRect/>
          </a:stretch>
        </p:blipFill>
        <p:spPr>
          <a:xfrm>
            <a:off x="1054537" y="-59581"/>
            <a:ext cx="3793690" cy="1342344"/>
          </a:xfrm>
          <a:prstGeom prst="rect">
            <a:avLst/>
          </a:prstGeom>
        </p:spPr>
      </p:pic>
      <p:sp>
        <p:nvSpPr>
          <p:cNvPr id="6" name="Documento multiplo 5">
            <a:extLst>
              <a:ext uri="{FF2B5EF4-FFF2-40B4-BE49-F238E27FC236}">
                <a16:creationId xmlns:a16="http://schemas.microsoft.com/office/drawing/2014/main" id="{5B6C13B0-B457-A6E9-2A05-9D2E1B09E80B}"/>
              </a:ext>
            </a:extLst>
          </p:cNvPr>
          <p:cNvSpPr/>
          <p:nvPr/>
        </p:nvSpPr>
        <p:spPr>
          <a:xfrm flipH="1">
            <a:off x="1217954" y="4214985"/>
            <a:ext cx="2204764" cy="2031225"/>
          </a:xfrm>
          <a:prstGeom prst="flowChartMultidocumen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b="1" dirty="0">
              <a:ln w="22225">
                <a:solidFill>
                  <a:schemeClr val="accent2"/>
                </a:solidFill>
                <a:prstDash val="solid"/>
              </a:ln>
              <a:solidFill>
                <a:schemeClr val="accent2">
                  <a:lumMod val="40000"/>
                  <a:lumOff val="60000"/>
                </a:schemeClr>
              </a:solidFill>
            </a:endParaRPr>
          </a:p>
        </p:txBody>
      </p:sp>
      <p:pic>
        <p:nvPicPr>
          <p:cNvPr id="14" name="Picture 13" descr="A close-up of a blue and black electronic device&#10;&#10;AI-generated content may be incorrect.">
            <a:extLst>
              <a:ext uri="{FF2B5EF4-FFF2-40B4-BE49-F238E27FC236}">
                <a16:creationId xmlns:a16="http://schemas.microsoft.com/office/drawing/2014/main" id="{C152E4AB-13DC-F037-3B15-7271615DE734}"/>
              </a:ext>
            </a:extLst>
          </p:cNvPr>
          <p:cNvPicPr>
            <a:picLocks noChangeAspect="1"/>
          </p:cNvPicPr>
          <p:nvPr/>
        </p:nvPicPr>
        <p:blipFill>
          <a:blip r:embed="rId11">
            <a:extLst>
              <a:ext uri="{BEBA8EAE-BF5A-486C-A8C5-ECC9F3942E4B}">
                <a14:imgProps xmlns:a14="http://schemas.microsoft.com/office/drawing/2010/main">
                  <a14:imgLayer r:embed="rId12">
                    <a14:imgEffect>
                      <a14:backgroundRemoval t="3810" b="90000" l="9500" r="91417">
                        <a14:foregroundMark x1="9500" y1="23175" x2="9583" y2="30000"/>
                        <a14:foregroundMark x1="31667" y1="7143" x2="38083" y2="3810"/>
                        <a14:foregroundMark x1="91417" y1="23810" x2="91167" y2="24762"/>
                        <a14:foregroundMark x1="47750" y1="40000" x2="47750" y2="40794"/>
                        <a14:foregroundMark x1="49083" y1="39365" x2="50667" y2="41111"/>
                        <a14:foregroundMark x1="52667" y1="39524" x2="52667" y2="42857"/>
                        <a14:foregroundMark x1="39167" y1="61746" x2="39167" y2="61746"/>
                      </a14:backgroundRemoval>
                    </a14:imgEffect>
                  </a14:imgLayer>
                </a14:imgProps>
              </a:ext>
            </a:extLst>
          </a:blip>
          <a:stretch>
            <a:fillRect/>
          </a:stretch>
        </p:blipFill>
        <p:spPr>
          <a:xfrm>
            <a:off x="1459838" y="4884186"/>
            <a:ext cx="1870972" cy="982261"/>
          </a:xfrm>
          <a:prstGeom prst="rect">
            <a:avLst/>
          </a:prstGeom>
        </p:spPr>
      </p:pic>
      <p:sp>
        <p:nvSpPr>
          <p:cNvPr id="15" name="Slide Number Placeholder 5">
            <a:extLst>
              <a:ext uri="{FF2B5EF4-FFF2-40B4-BE49-F238E27FC236}">
                <a16:creationId xmlns:a16="http://schemas.microsoft.com/office/drawing/2014/main" id="{8B478FBC-0F4E-CA5C-8DD7-899A5AD27029}"/>
              </a:ext>
            </a:extLst>
          </p:cNvPr>
          <p:cNvSpPr txBox="1">
            <a:spLocks/>
          </p:cNvSpPr>
          <p:nvPr/>
        </p:nvSpPr>
        <p:spPr>
          <a:xfrm>
            <a:off x="11821933" y="6375596"/>
            <a:ext cx="276933" cy="302601"/>
          </a:xfrm>
          <a:prstGeom prst="rect">
            <a:avLst/>
          </a:prstGeom>
        </p:spPr>
        <p:txBody>
          <a:bodyPr rtlCol="0"/>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39607A7-8386-47DB-8578-DDEDD194E5D4}" type="slidenum">
              <a:rPr lang="en-GB" sz="1050" b="1" smtClean="0"/>
              <a:pPr/>
              <a:t>1</a:t>
            </a:fld>
            <a:endParaRPr lang="en-GB" sz="1050" b="1" dirty="0"/>
          </a:p>
        </p:txBody>
      </p:sp>
    </p:spTree>
    <p:extLst>
      <p:ext uri="{BB962C8B-B14F-4D97-AF65-F5344CB8AC3E}">
        <p14:creationId xmlns:p14="http://schemas.microsoft.com/office/powerpoint/2010/main" val="9753685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4E0F762A-3D12-4AF4-BB58-779B598A1FF6}"/>
              </a:ext>
            </a:extLst>
          </p:cNvPr>
          <p:cNvSpPr>
            <a:spLocks noGrp="1"/>
          </p:cNvSpPr>
          <p:nvPr>
            <p:ph type="title"/>
          </p:nvPr>
        </p:nvSpPr>
        <p:spPr/>
        <p:txBody>
          <a:bodyPr rtlCol="0"/>
          <a:lstStyle/>
          <a:p>
            <a:pPr rtl="0"/>
            <a:r>
              <a:rPr lang="en-GB"/>
              <a:t>Agenda</a:t>
            </a:r>
          </a:p>
        </p:txBody>
      </p:sp>
      <p:sp>
        <p:nvSpPr>
          <p:cNvPr id="10" name="Content Placeholder 9">
            <a:extLst>
              <a:ext uri="{FF2B5EF4-FFF2-40B4-BE49-F238E27FC236}">
                <a16:creationId xmlns:a16="http://schemas.microsoft.com/office/drawing/2014/main" id="{E47B45E0-C5BD-427A-B5F6-0236AE523C69}"/>
              </a:ext>
            </a:extLst>
          </p:cNvPr>
          <p:cNvSpPr>
            <a:spLocks noGrp="1"/>
          </p:cNvSpPr>
          <p:nvPr>
            <p:ph idx="1"/>
          </p:nvPr>
        </p:nvSpPr>
        <p:spPr>
          <a:xfrm>
            <a:off x="1079999" y="2759076"/>
            <a:ext cx="5330325" cy="3009899"/>
          </a:xfrm>
        </p:spPr>
        <p:txBody>
          <a:bodyPr rtlCol="0"/>
          <a:lstStyle/>
          <a:p>
            <a:pPr rtl="0"/>
            <a:r>
              <a:rPr lang="en-GB" dirty="0"/>
              <a:t>Introduction: Project’s Goal</a:t>
            </a:r>
          </a:p>
          <a:p>
            <a:pPr rtl="0"/>
            <a:r>
              <a:rPr lang="en-GB" dirty="0"/>
              <a:t>Automated Measuring System (AMS) Overview</a:t>
            </a:r>
          </a:p>
          <a:p>
            <a:pPr rtl="0"/>
            <a:r>
              <a:rPr lang="en-GB" dirty="0"/>
              <a:t>LabVIEW main VI</a:t>
            </a:r>
          </a:p>
          <a:p>
            <a:pPr lvl="1"/>
            <a:r>
              <a:rPr lang="en-GB" dirty="0"/>
              <a:t>DEMO</a:t>
            </a:r>
          </a:p>
          <a:p>
            <a:pPr rtl="0"/>
            <a:r>
              <a:rPr lang="en-GB" dirty="0"/>
              <a:t>Results</a:t>
            </a:r>
          </a:p>
        </p:txBody>
      </p:sp>
      <p:sp>
        <p:nvSpPr>
          <p:cNvPr id="4" name="Date Placeholder 3">
            <a:extLst>
              <a:ext uri="{FF2B5EF4-FFF2-40B4-BE49-F238E27FC236}">
                <a16:creationId xmlns:a16="http://schemas.microsoft.com/office/drawing/2014/main" id="{645134F2-CD09-4F4A-AF5C-4F874FEF0D12}"/>
              </a:ext>
            </a:extLst>
          </p:cNvPr>
          <p:cNvSpPr>
            <a:spLocks noGrp="1"/>
          </p:cNvSpPr>
          <p:nvPr>
            <p:ph type="dt" sz="half" idx="10"/>
          </p:nvPr>
        </p:nvSpPr>
        <p:spPr>
          <a:xfrm>
            <a:off x="541338" y="6401999"/>
            <a:ext cx="2916237" cy="369332"/>
          </a:xfrm>
        </p:spPr>
        <p:txBody>
          <a:bodyPr rtlCol="0"/>
          <a:lstStyle/>
          <a:p>
            <a:r>
              <a:rPr lang="en-GB"/>
              <a:t>Measurement for automation and industrial production, a.y. 2024-2025</a:t>
            </a:r>
          </a:p>
        </p:txBody>
      </p:sp>
      <p:pic>
        <p:nvPicPr>
          <p:cNvPr id="14" name="Picture Placeholder 13">
            <a:extLst>
              <a:ext uri="{FF2B5EF4-FFF2-40B4-BE49-F238E27FC236}">
                <a16:creationId xmlns:a16="http://schemas.microsoft.com/office/drawing/2014/main" id="{467C521F-5A65-45E6-8F48-E6B848942E5D}"/>
              </a:ext>
            </a:extLst>
          </p:cNvPr>
          <p:cNvPicPr>
            <a:picLocks noGrp="1" noChangeAspect="1"/>
          </p:cNvPicPr>
          <p:nvPr>
            <p:ph type="pic" sz="quarter" idx="13"/>
          </p:nvPr>
        </p:nvPicPr>
        <p:blipFill>
          <a:blip r:embed="rId3"/>
          <a:srcRect t="8767" b="8767"/>
          <a:stretch/>
        </p:blipFill>
        <p:spPr>
          <a:xfrm>
            <a:off x="7224230" y="1871637"/>
            <a:ext cx="4692815" cy="2912030"/>
          </a:xfrm>
          <a:prstGeom prst="rect">
            <a:avLst/>
          </a:prstGeom>
          <a:ln>
            <a:noFill/>
          </a:ln>
          <a:effectLst>
            <a:outerShdw blurRad="292100" dist="139700" dir="2700000" algn="tl" rotWithShape="0">
              <a:srgbClr val="333333">
                <a:alpha val="65000"/>
              </a:srgbClr>
            </a:outerShdw>
          </a:effectLst>
        </p:spPr>
      </p:pic>
      <p:sp>
        <p:nvSpPr>
          <p:cNvPr id="5" name="Footer Placeholder 4">
            <a:extLst>
              <a:ext uri="{FF2B5EF4-FFF2-40B4-BE49-F238E27FC236}">
                <a16:creationId xmlns:a16="http://schemas.microsoft.com/office/drawing/2014/main" id="{E266EB35-23AE-4757-92AF-EE56F1E70497}"/>
              </a:ext>
            </a:extLst>
          </p:cNvPr>
          <p:cNvSpPr>
            <a:spLocks noGrp="1"/>
          </p:cNvSpPr>
          <p:nvPr>
            <p:ph type="ftr" sz="quarter" idx="11"/>
          </p:nvPr>
        </p:nvSpPr>
        <p:spPr>
          <a:xfrm>
            <a:off x="3588000" y="6403198"/>
            <a:ext cx="5575300" cy="369332"/>
          </a:xfrm>
        </p:spPr>
        <p:txBody>
          <a:bodyPr rtlCol="0"/>
          <a:lstStyle/>
          <a:p>
            <a:pPr lvl="0"/>
            <a:r>
              <a:rPr lang="en-GB"/>
              <a:t>Flow Transducer Calibration project</a:t>
            </a:r>
          </a:p>
        </p:txBody>
      </p:sp>
      <p:sp>
        <p:nvSpPr>
          <p:cNvPr id="6" name="Slide Number Placeholder 5">
            <a:extLst>
              <a:ext uri="{FF2B5EF4-FFF2-40B4-BE49-F238E27FC236}">
                <a16:creationId xmlns:a16="http://schemas.microsoft.com/office/drawing/2014/main" id="{89053116-ECE5-47FC-98C5-2D0EB3587699}"/>
              </a:ext>
            </a:extLst>
          </p:cNvPr>
          <p:cNvSpPr>
            <a:spLocks noGrp="1"/>
          </p:cNvSpPr>
          <p:nvPr>
            <p:ph type="sldNum" sz="quarter" idx="12"/>
          </p:nvPr>
        </p:nvSpPr>
        <p:spPr>
          <a:xfrm>
            <a:off x="9874600" y="6358663"/>
            <a:ext cx="2208212" cy="302601"/>
          </a:xfrm>
        </p:spPr>
        <p:txBody>
          <a:bodyPr rtlCol="0"/>
          <a:lstStyle/>
          <a:p>
            <a:pPr lvl="0" rtl="0"/>
            <a:fld id="{D39607A7-8386-47DB-8578-DDEDD194E5D4}" type="slidenum">
              <a:rPr lang="en-GB" b="1" smtClean="0"/>
              <a:pPr lvl="0" rtl="0"/>
              <a:t>2</a:t>
            </a:fld>
            <a:endParaRPr lang="en-GB" b="1" dirty="0"/>
          </a:p>
        </p:txBody>
      </p:sp>
      <p:pic>
        <p:nvPicPr>
          <p:cNvPr id="11" name="Picture Placeholder 10" descr="A white and orange play button&#10;&#10;AI-generated content may be incorrect.">
            <a:extLst>
              <a:ext uri="{FF2B5EF4-FFF2-40B4-BE49-F238E27FC236}">
                <a16:creationId xmlns:a16="http://schemas.microsoft.com/office/drawing/2014/main" id="{FA4764A5-B3B2-7359-CD5A-790ABA31E38D}"/>
              </a:ext>
            </a:extLst>
          </p:cNvPr>
          <p:cNvPicPr>
            <a:picLocks noGrp="1" noChangeAspect="1"/>
          </p:cNvPicPr>
          <p:nvPr>
            <p:ph type="pic" sz="quarter" idx="14"/>
          </p:nvPr>
        </p:nvPicPr>
        <p:blipFill>
          <a:blip r:embed="rId4"/>
          <a:srcRect t="-2086" b="-916"/>
          <a:stretch>
            <a:fillRect/>
          </a:stretch>
        </p:blipFill>
        <p:spPr>
          <a:xfrm>
            <a:off x="6154299" y="6358664"/>
            <a:ext cx="442701" cy="456001"/>
          </a:xfrm>
        </p:spPr>
      </p:pic>
    </p:spTree>
    <p:extLst>
      <p:ext uri="{BB962C8B-B14F-4D97-AF65-F5344CB8AC3E}">
        <p14:creationId xmlns:p14="http://schemas.microsoft.com/office/powerpoint/2010/main" val="41486813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wipe(up)">
                                      <p:cBhvr>
                                        <p:cTn id="7" dur="500"/>
                                        <p:tgtEl>
                                          <p:spTgt spid="1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0">
                                            <p:txEl>
                                              <p:pRg st="1" end="1"/>
                                            </p:txEl>
                                          </p:spTgt>
                                        </p:tgtEl>
                                        <p:attrNameLst>
                                          <p:attrName>style.visibility</p:attrName>
                                        </p:attrNameLst>
                                      </p:cBhvr>
                                      <p:to>
                                        <p:strVal val="visible"/>
                                      </p:to>
                                    </p:set>
                                    <p:animEffect transition="in" filter="wipe(up)">
                                      <p:cBhvr>
                                        <p:cTn id="12" dur="500"/>
                                        <p:tgtEl>
                                          <p:spTgt spid="1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0">
                                            <p:txEl>
                                              <p:pRg st="2" end="2"/>
                                            </p:txEl>
                                          </p:spTgt>
                                        </p:tgtEl>
                                        <p:attrNameLst>
                                          <p:attrName>style.visibility</p:attrName>
                                        </p:attrNameLst>
                                      </p:cBhvr>
                                      <p:to>
                                        <p:strVal val="visible"/>
                                      </p:to>
                                    </p:set>
                                    <p:animEffect transition="in" filter="wipe(up)">
                                      <p:cBhvr>
                                        <p:cTn id="17" dur="500"/>
                                        <p:tgtEl>
                                          <p:spTgt spid="10">
                                            <p:txEl>
                                              <p:pRg st="2" end="2"/>
                                            </p:txEl>
                                          </p:spTgt>
                                        </p:tgtEl>
                                      </p:cBhvr>
                                    </p:animEffect>
                                  </p:childTnLst>
                                </p:cTn>
                              </p:par>
                              <p:par>
                                <p:cTn id="18" presetID="22" presetClass="entr" presetSubtype="1" fill="hold" grpId="0" nodeType="withEffect">
                                  <p:stCondLst>
                                    <p:cond delay="0"/>
                                  </p:stCondLst>
                                  <p:childTnLst>
                                    <p:set>
                                      <p:cBhvr>
                                        <p:cTn id="19" dur="1" fill="hold">
                                          <p:stCondLst>
                                            <p:cond delay="0"/>
                                          </p:stCondLst>
                                        </p:cTn>
                                        <p:tgtEl>
                                          <p:spTgt spid="10">
                                            <p:txEl>
                                              <p:pRg st="3" end="3"/>
                                            </p:txEl>
                                          </p:spTgt>
                                        </p:tgtEl>
                                        <p:attrNameLst>
                                          <p:attrName>style.visibility</p:attrName>
                                        </p:attrNameLst>
                                      </p:cBhvr>
                                      <p:to>
                                        <p:strVal val="visible"/>
                                      </p:to>
                                    </p:set>
                                    <p:animEffect transition="in" filter="wipe(up)">
                                      <p:cBhvr>
                                        <p:cTn id="20" dur="500"/>
                                        <p:tgtEl>
                                          <p:spTgt spid="10">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1" fill="hold" grpId="0" nodeType="clickEffect">
                                  <p:stCondLst>
                                    <p:cond delay="0"/>
                                  </p:stCondLst>
                                  <p:childTnLst>
                                    <p:set>
                                      <p:cBhvr>
                                        <p:cTn id="24" dur="1" fill="hold">
                                          <p:stCondLst>
                                            <p:cond delay="0"/>
                                          </p:stCondLst>
                                        </p:cTn>
                                        <p:tgtEl>
                                          <p:spTgt spid="10">
                                            <p:txEl>
                                              <p:pRg st="4" end="4"/>
                                            </p:txEl>
                                          </p:spTgt>
                                        </p:tgtEl>
                                        <p:attrNameLst>
                                          <p:attrName>style.visibility</p:attrName>
                                        </p:attrNameLst>
                                      </p:cBhvr>
                                      <p:to>
                                        <p:strVal val="visible"/>
                                      </p:to>
                                    </p:set>
                                    <p:animEffect transition="in" filter="wipe(up)">
                                      <p:cBhvr>
                                        <p:cTn id="25" dur="500"/>
                                        <p:tgtEl>
                                          <p:spTgt spid="1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pic>
        <p:nvPicPr>
          <p:cNvPr id="18" name="Picture 2">
            <a:extLst>
              <a:ext uri="{FF2B5EF4-FFF2-40B4-BE49-F238E27FC236}">
                <a16:creationId xmlns:a16="http://schemas.microsoft.com/office/drawing/2014/main" id="{59FACE42-44B0-4185-8ED4-9043A78C860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p14="http://schemas.microsoft.com/office/powerpoint/2010/main" xmlns:a14="http://schemas.microsoft.com/office/drawing/2010/main" xmlns:a16="http://schemas.microsoft.com/office/drawing/2014/main" xmlns="">
                <a:solidFill>
                  <a:srgbClr val="FFFFFF"/>
                </a:solidFill>
              </a14:hiddenFill>
            </a:ext>
          </a:extLst>
        </p:spPr>
      </p:pic>
      <p:grpSp>
        <p:nvGrpSpPr>
          <p:cNvPr id="20" name="Group 19">
            <a:extLst>
              <a:ext uri="{FF2B5EF4-FFF2-40B4-BE49-F238E27FC236}">
                <a16:creationId xmlns:a16="http://schemas.microsoft.com/office/drawing/2014/main" id="{A838DBA2-246D-4087-AE0A-6EA2B4B65AF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053888" cy="6858001"/>
            <a:chOff x="-14288" y="0"/>
            <a:chExt cx="12053888" cy="6858001"/>
          </a:xfrm>
        </p:grpSpPr>
        <p:grpSp>
          <p:nvGrpSpPr>
            <p:cNvPr id="21" name="Group 20">
              <a:extLst>
                <a:ext uri="{FF2B5EF4-FFF2-40B4-BE49-F238E27FC236}">
                  <a16:creationId xmlns:a16="http://schemas.microsoft.com/office/drawing/2014/main" id="{B4406F95-9579-494D-BE1E-A012A7F4CB3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33" name="Rectangle 5">
                <a:extLst>
                  <a:ext uri="{FF2B5EF4-FFF2-40B4-BE49-F238E27FC236}">
                    <a16:creationId xmlns:a16="http://schemas.microsoft.com/office/drawing/2014/main" id="{4C8D671A-5C73-44CA-B6D0-7F3BC195BA67}"/>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miter lim="800000"/>
                    <a:headEnd/>
                    <a:tailEnd/>
                  </a14:hiddenLine>
                </a:ext>
              </a:extLst>
            </p:spPr>
            <p:txBody>
              <a:bodyPr/>
              <a:lstStyle/>
              <a:p>
                <a:endParaRPr lang="en-GB"/>
              </a:p>
            </p:txBody>
          </p:sp>
          <p:sp>
            <p:nvSpPr>
              <p:cNvPr id="34" name="Freeform 6">
                <a:extLst>
                  <a:ext uri="{FF2B5EF4-FFF2-40B4-BE49-F238E27FC236}">
                    <a16:creationId xmlns:a16="http://schemas.microsoft.com/office/drawing/2014/main" id="{F0DB3AC8-B5AD-4004-B0B9-74B58BECA0C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GB"/>
              </a:p>
            </p:txBody>
          </p:sp>
          <p:sp>
            <p:nvSpPr>
              <p:cNvPr id="35" name="Freeform 7">
                <a:extLst>
                  <a:ext uri="{FF2B5EF4-FFF2-40B4-BE49-F238E27FC236}">
                    <a16:creationId xmlns:a16="http://schemas.microsoft.com/office/drawing/2014/main" id="{F3B2C8F3-E236-45B2-B2E1-8460F8FD6DD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GB"/>
              </a:p>
            </p:txBody>
          </p:sp>
          <p:sp>
            <p:nvSpPr>
              <p:cNvPr id="36" name="Freeform 8">
                <a:extLst>
                  <a:ext uri="{FF2B5EF4-FFF2-40B4-BE49-F238E27FC236}">
                    <a16:creationId xmlns:a16="http://schemas.microsoft.com/office/drawing/2014/main" id="{761EE3AC-0BC2-4A29-AD58-5CB0EEFF96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GB"/>
              </a:p>
            </p:txBody>
          </p:sp>
          <p:sp>
            <p:nvSpPr>
              <p:cNvPr id="37" name="Freeform 9">
                <a:extLst>
                  <a:ext uri="{FF2B5EF4-FFF2-40B4-BE49-F238E27FC236}">
                    <a16:creationId xmlns:a16="http://schemas.microsoft.com/office/drawing/2014/main" id="{38DC43BE-83DD-43F3-A21F-9B58B1074FF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GB"/>
              </a:p>
            </p:txBody>
          </p:sp>
          <p:sp>
            <p:nvSpPr>
              <p:cNvPr id="38" name="Freeform 10">
                <a:extLst>
                  <a:ext uri="{FF2B5EF4-FFF2-40B4-BE49-F238E27FC236}">
                    <a16:creationId xmlns:a16="http://schemas.microsoft.com/office/drawing/2014/main" id="{112583CE-53E8-48F6-9F71-25A32BFD61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GB"/>
              </a:p>
            </p:txBody>
          </p:sp>
          <p:sp>
            <p:nvSpPr>
              <p:cNvPr id="39" name="Freeform 11">
                <a:extLst>
                  <a:ext uri="{FF2B5EF4-FFF2-40B4-BE49-F238E27FC236}">
                    <a16:creationId xmlns:a16="http://schemas.microsoft.com/office/drawing/2014/main" id="{229A7966-2C4F-4334-8FB7-08521F984D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GB"/>
              </a:p>
            </p:txBody>
          </p:sp>
          <p:sp>
            <p:nvSpPr>
              <p:cNvPr id="40" name="Freeform 12">
                <a:extLst>
                  <a:ext uri="{FF2B5EF4-FFF2-40B4-BE49-F238E27FC236}">
                    <a16:creationId xmlns:a16="http://schemas.microsoft.com/office/drawing/2014/main" id="{656FCF6A-DF5B-42AA-83C4-22CD7B9947D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GB"/>
              </a:p>
            </p:txBody>
          </p:sp>
          <p:sp>
            <p:nvSpPr>
              <p:cNvPr id="41" name="Freeform 13">
                <a:extLst>
                  <a:ext uri="{FF2B5EF4-FFF2-40B4-BE49-F238E27FC236}">
                    <a16:creationId xmlns:a16="http://schemas.microsoft.com/office/drawing/2014/main" id="{E908B3EE-F31D-4E8D-BF3C-71F5B35F02F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GB"/>
              </a:p>
            </p:txBody>
          </p:sp>
          <p:sp>
            <p:nvSpPr>
              <p:cNvPr id="42" name="Freeform 14">
                <a:extLst>
                  <a:ext uri="{FF2B5EF4-FFF2-40B4-BE49-F238E27FC236}">
                    <a16:creationId xmlns:a16="http://schemas.microsoft.com/office/drawing/2014/main" id="{DA9F96D7-B42C-4F80-8F26-72388FE0C2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GB"/>
              </a:p>
            </p:txBody>
          </p:sp>
          <p:sp>
            <p:nvSpPr>
              <p:cNvPr id="43" name="Freeform 15">
                <a:extLst>
                  <a:ext uri="{FF2B5EF4-FFF2-40B4-BE49-F238E27FC236}">
                    <a16:creationId xmlns:a16="http://schemas.microsoft.com/office/drawing/2014/main" id="{5C9D5861-5A45-408A-A25E-61ED661AD75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GB"/>
              </a:p>
            </p:txBody>
          </p:sp>
          <p:sp>
            <p:nvSpPr>
              <p:cNvPr id="44" name="Line 16">
                <a:extLst>
                  <a:ext uri="{FF2B5EF4-FFF2-40B4-BE49-F238E27FC236}">
                    <a16:creationId xmlns:a16="http://schemas.microsoft.com/office/drawing/2014/main" id="{DEEF5DD7-13B2-4CBB-A1AE-193A618B0F0A}"/>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GB"/>
              </a:p>
            </p:txBody>
          </p:sp>
          <p:sp>
            <p:nvSpPr>
              <p:cNvPr id="45" name="Freeform 17">
                <a:extLst>
                  <a:ext uri="{FF2B5EF4-FFF2-40B4-BE49-F238E27FC236}">
                    <a16:creationId xmlns:a16="http://schemas.microsoft.com/office/drawing/2014/main" id="{3D896DDA-5AD2-4360-9E65-A792131051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GB"/>
              </a:p>
            </p:txBody>
          </p:sp>
          <p:sp>
            <p:nvSpPr>
              <p:cNvPr id="46" name="Freeform 18">
                <a:extLst>
                  <a:ext uri="{FF2B5EF4-FFF2-40B4-BE49-F238E27FC236}">
                    <a16:creationId xmlns:a16="http://schemas.microsoft.com/office/drawing/2014/main" id="{C088F3B1-D893-4078-8EAE-6A3776F67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GB"/>
              </a:p>
            </p:txBody>
          </p:sp>
          <p:sp>
            <p:nvSpPr>
              <p:cNvPr id="47" name="Freeform 19">
                <a:extLst>
                  <a:ext uri="{FF2B5EF4-FFF2-40B4-BE49-F238E27FC236}">
                    <a16:creationId xmlns:a16="http://schemas.microsoft.com/office/drawing/2014/main" id="{23CCB367-42E1-4DEF-BABD-7457EB9F28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GB"/>
              </a:p>
            </p:txBody>
          </p:sp>
          <p:sp>
            <p:nvSpPr>
              <p:cNvPr id="48" name="Freeform 20">
                <a:extLst>
                  <a:ext uri="{FF2B5EF4-FFF2-40B4-BE49-F238E27FC236}">
                    <a16:creationId xmlns:a16="http://schemas.microsoft.com/office/drawing/2014/main" id="{BAFD46CE-CD21-4C8E-8ACE-B1A0B74A904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GB"/>
              </a:p>
            </p:txBody>
          </p:sp>
          <p:sp>
            <p:nvSpPr>
              <p:cNvPr id="49" name="Rectangle 21">
                <a:extLst>
                  <a:ext uri="{FF2B5EF4-FFF2-40B4-BE49-F238E27FC236}">
                    <a16:creationId xmlns:a16="http://schemas.microsoft.com/office/drawing/2014/main" id="{23980A26-1FFF-4434-A77C-C5A1C96A54B0}"/>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miter lim="800000"/>
                    <a:headEnd/>
                    <a:tailEnd/>
                  </a14:hiddenLine>
                </a:ext>
              </a:extLst>
            </p:spPr>
            <p:txBody>
              <a:bodyPr/>
              <a:lstStyle/>
              <a:p>
                <a:endParaRPr lang="en-GB"/>
              </a:p>
            </p:txBody>
          </p:sp>
          <p:sp>
            <p:nvSpPr>
              <p:cNvPr id="50" name="Freeform 22">
                <a:extLst>
                  <a:ext uri="{FF2B5EF4-FFF2-40B4-BE49-F238E27FC236}">
                    <a16:creationId xmlns:a16="http://schemas.microsoft.com/office/drawing/2014/main" id="{AE64C1E5-E917-4222-8080-3EF831FB46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GB"/>
              </a:p>
            </p:txBody>
          </p:sp>
          <p:sp>
            <p:nvSpPr>
              <p:cNvPr id="51" name="Freeform 23">
                <a:extLst>
                  <a:ext uri="{FF2B5EF4-FFF2-40B4-BE49-F238E27FC236}">
                    <a16:creationId xmlns:a16="http://schemas.microsoft.com/office/drawing/2014/main" id="{D4D42DE6-99E5-4D28-834E-6601A7DD93A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GB"/>
              </a:p>
            </p:txBody>
          </p:sp>
          <p:sp>
            <p:nvSpPr>
              <p:cNvPr id="52" name="Freeform 24">
                <a:extLst>
                  <a:ext uri="{FF2B5EF4-FFF2-40B4-BE49-F238E27FC236}">
                    <a16:creationId xmlns:a16="http://schemas.microsoft.com/office/drawing/2014/main" id="{194304B3-4C44-49E0-A677-19E2DA8CC9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GB"/>
              </a:p>
            </p:txBody>
          </p:sp>
          <p:sp>
            <p:nvSpPr>
              <p:cNvPr id="53" name="Freeform 25">
                <a:extLst>
                  <a:ext uri="{FF2B5EF4-FFF2-40B4-BE49-F238E27FC236}">
                    <a16:creationId xmlns:a16="http://schemas.microsoft.com/office/drawing/2014/main" id="{C726387F-F77D-4FB6-A177-1DC6115E849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GB"/>
              </a:p>
            </p:txBody>
          </p:sp>
          <p:sp>
            <p:nvSpPr>
              <p:cNvPr id="54" name="Freeform 26">
                <a:extLst>
                  <a:ext uri="{FF2B5EF4-FFF2-40B4-BE49-F238E27FC236}">
                    <a16:creationId xmlns:a16="http://schemas.microsoft.com/office/drawing/2014/main" id="{2F09766D-0653-4646-BA37-8FC23294BA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GB"/>
              </a:p>
            </p:txBody>
          </p:sp>
          <p:sp>
            <p:nvSpPr>
              <p:cNvPr id="55" name="Freeform 27">
                <a:extLst>
                  <a:ext uri="{FF2B5EF4-FFF2-40B4-BE49-F238E27FC236}">
                    <a16:creationId xmlns:a16="http://schemas.microsoft.com/office/drawing/2014/main" id="{F50D9867-C9E0-462B-894F-B2F97E26AC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GB"/>
              </a:p>
            </p:txBody>
          </p:sp>
          <p:sp>
            <p:nvSpPr>
              <p:cNvPr id="56" name="Freeform 28">
                <a:extLst>
                  <a:ext uri="{FF2B5EF4-FFF2-40B4-BE49-F238E27FC236}">
                    <a16:creationId xmlns:a16="http://schemas.microsoft.com/office/drawing/2014/main" id="{44179987-9B3B-4BC1-9BDA-EC9F30A3794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GB"/>
              </a:p>
            </p:txBody>
          </p:sp>
          <p:sp>
            <p:nvSpPr>
              <p:cNvPr id="57" name="Freeform 29">
                <a:extLst>
                  <a:ext uri="{FF2B5EF4-FFF2-40B4-BE49-F238E27FC236}">
                    <a16:creationId xmlns:a16="http://schemas.microsoft.com/office/drawing/2014/main" id="{EF0E5480-8C2D-4FFE-9357-938DF0642BB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GB"/>
              </a:p>
            </p:txBody>
          </p:sp>
          <p:sp>
            <p:nvSpPr>
              <p:cNvPr id="58" name="Freeform 30">
                <a:extLst>
                  <a:ext uri="{FF2B5EF4-FFF2-40B4-BE49-F238E27FC236}">
                    <a16:creationId xmlns:a16="http://schemas.microsoft.com/office/drawing/2014/main" id="{FDAC2F76-95E6-4EE4-8A26-47CDAE5C62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GB"/>
              </a:p>
            </p:txBody>
          </p:sp>
          <p:sp>
            <p:nvSpPr>
              <p:cNvPr id="59" name="Freeform 31">
                <a:extLst>
                  <a:ext uri="{FF2B5EF4-FFF2-40B4-BE49-F238E27FC236}">
                    <a16:creationId xmlns:a16="http://schemas.microsoft.com/office/drawing/2014/main" id="{249EB4AA-5D5B-4A3A-9F2D-6E4EDF2046C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GB"/>
              </a:p>
            </p:txBody>
          </p:sp>
        </p:grpSp>
        <p:grpSp>
          <p:nvGrpSpPr>
            <p:cNvPr id="22" name="Group 21">
              <a:extLst>
                <a:ext uri="{FF2B5EF4-FFF2-40B4-BE49-F238E27FC236}">
                  <a16:creationId xmlns:a16="http://schemas.microsoft.com/office/drawing/2014/main" id="{375D3DC5-0B19-4EA9-A350-6218AC28CDA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23" name="Freeform 32">
                <a:extLst>
                  <a:ext uri="{FF2B5EF4-FFF2-40B4-BE49-F238E27FC236}">
                    <a16:creationId xmlns:a16="http://schemas.microsoft.com/office/drawing/2014/main" id="{86B5A458-9418-4EDA-9B6F-E4754ABADF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GB"/>
              </a:p>
            </p:txBody>
          </p:sp>
          <p:sp>
            <p:nvSpPr>
              <p:cNvPr id="24" name="Freeform 33">
                <a:extLst>
                  <a:ext uri="{FF2B5EF4-FFF2-40B4-BE49-F238E27FC236}">
                    <a16:creationId xmlns:a16="http://schemas.microsoft.com/office/drawing/2014/main" id="{6307D20D-BE6F-4BFD-8A35-230A01AD726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GB"/>
              </a:p>
            </p:txBody>
          </p:sp>
          <p:sp>
            <p:nvSpPr>
              <p:cNvPr id="25" name="Freeform 34">
                <a:extLst>
                  <a:ext uri="{FF2B5EF4-FFF2-40B4-BE49-F238E27FC236}">
                    <a16:creationId xmlns:a16="http://schemas.microsoft.com/office/drawing/2014/main" id="{37A04039-8217-4B7F-8F43-4039DF087D8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GB"/>
              </a:p>
            </p:txBody>
          </p:sp>
          <p:sp>
            <p:nvSpPr>
              <p:cNvPr id="26" name="Freeform 35">
                <a:extLst>
                  <a:ext uri="{FF2B5EF4-FFF2-40B4-BE49-F238E27FC236}">
                    <a16:creationId xmlns:a16="http://schemas.microsoft.com/office/drawing/2014/main" id="{CA6CE641-5DEB-4A06-B9C3-B726A334C2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GB"/>
              </a:p>
            </p:txBody>
          </p:sp>
          <p:sp>
            <p:nvSpPr>
              <p:cNvPr id="27" name="Freeform 36">
                <a:extLst>
                  <a:ext uri="{FF2B5EF4-FFF2-40B4-BE49-F238E27FC236}">
                    <a16:creationId xmlns:a16="http://schemas.microsoft.com/office/drawing/2014/main" id="{D08C7C1C-DF39-4479-94BD-47E71DE4221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GB"/>
              </a:p>
            </p:txBody>
          </p:sp>
          <p:sp>
            <p:nvSpPr>
              <p:cNvPr id="28" name="Freeform 37">
                <a:extLst>
                  <a:ext uri="{FF2B5EF4-FFF2-40B4-BE49-F238E27FC236}">
                    <a16:creationId xmlns:a16="http://schemas.microsoft.com/office/drawing/2014/main" id="{27C5EAA7-E449-48C0-9B14-E677E6ECF8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GB"/>
              </a:p>
            </p:txBody>
          </p:sp>
          <p:sp>
            <p:nvSpPr>
              <p:cNvPr id="29" name="Freeform 38">
                <a:extLst>
                  <a:ext uri="{FF2B5EF4-FFF2-40B4-BE49-F238E27FC236}">
                    <a16:creationId xmlns:a16="http://schemas.microsoft.com/office/drawing/2014/main" id="{AA6A8A39-39D4-41FE-9974-CB46106A73D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GB"/>
              </a:p>
            </p:txBody>
          </p:sp>
          <p:sp>
            <p:nvSpPr>
              <p:cNvPr id="30" name="Freeform 39">
                <a:extLst>
                  <a:ext uri="{FF2B5EF4-FFF2-40B4-BE49-F238E27FC236}">
                    <a16:creationId xmlns:a16="http://schemas.microsoft.com/office/drawing/2014/main" id="{433C6D82-AE91-4A0C-97C6-34399C9084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GB"/>
              </a:p>
            </p:txBody>
          </p:sp>
          <p:sp>
            <p:nvSpPr>
              <p:cNvPr id="31" name="Freeform 40">
                <a:extLst>
                  <a:ext uri="{FF2B5EF4-FFF2-40B4-BE49-F238E27FC236}">
                    <a16:creationId xmlns:a16="http://schemas.microsoft.com/office/drawing/2014/main" id="{D4C06E36-D233-423A-BC95-5B4D5BE35CB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GB"/>
              </a:p>
            </p:txBody>
          </p:sp>
          <p:sp>
            <p:nvSpPr>
              <p:cNvPr id="32" name="Rectangle 41">
                <a:extLst>
                  <a:ext uri="{FF2B5EF4-FFF2-40B4-BE49-F238E27FC236}">
                    <a16:creationId xmlns:a16="http://schemas.microsoft.com/office/drawing/2014/main" id="{E1B0EEC1-CF7A-4761-B477-941DB41A83DF}"/>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miter lim="800000"/>
                    <a:headEnd/>
                    <a:tailEnd/>
                  </a14:hiddenLine>
                </a:ext>
              </a:extLst>
            </p:spPr>
            <p:txBody>
              <a:bodyPr/>
              <a:lstStyle/>
              <a:p>
                <a:endParaRPr lang="en-GB"/>
              </a:p>
            </p:txBody>
          </p:sp>
        </p:grpSp>
      </p:grpSp>
      <p:grpSp>
        <p:nvGrpSpPr>
          <p:cNvPr id="61" name="Group 60">
            <a:extLst>
              <a:ext uri="{FF2B5EF4-FFF2-40B4-BE49-F238E27FC236}">
                <a16:creationId xmlns:a16="http://schemas.microsoft.com/office/drawing/2014/main" id="{A0B38558-5389-4817-936F-FD62560CAC1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
            <a:ext cx="12192003" cy="6858001"/>
            <a:chOff x="0" y="-1"/>
            <a:chExt cx="12192003" cy="6858001"/>
          </a:xfrm>
        </p:grpSpPr>
        <p:sp useBgFill="1">
          <p:nvSpPr>
            <p:cNvPr id="62" name="Rectangle 61">
              <a:extLst>
                <a:ext uri="{FF2B5EF4-FFF2-40B4-BE49-F238E27FC236}">
                  <a16:creationId xmlns:a16="http://schemas.microsoft.com/office/drawing/2014/main" id="{CCB252B9-42EF-4414-AA22-2A95C18197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3" name="Picture 2">
              <a:extLst>
                <a:ext uri="{FF2B5EF4-FFF2-40B4-BE49-F238E27FC236}">
                  <a16:creationId xmlns:a16="http://schemas.microsoft.com/office/drawing/2014/main" id="{F9C2C800-C3E3-4317-A3CC-1558D71F14BC}"/>
                </a:ext>
                <a:ext uri="{C183D7F6-B498-43B3-948B-1728B52AA6E4}">
                  <adec:decorative xmlns:adec="http://schemas.microsoft.com/office/drawing/2017/decorative" val="1"/>
                </a:ext>
              </a:extLst>
            </p:cNvPr>
            <p:cNvPicPr>
              <a:picLocks noChangeAspect="1" noChangeArrowheads="1"/>
            </p:cNvPicPr>
            <p:nvPr>
              <p:extLst>
                <p:ext uri="{386F3935-93C4-4BCD-93E2-E3B085C9AB24}">
                  <p16:designElem xmlns:p16="http://schemas.microsoft.com/office/powerpoint/2015/main" val="1"/>
                </p:ext>
              </p:extLst>
            </p:nvPr>
          </p:nvPicPr>
          <p:blipFill>
            <a:blip r:embed="rId4">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p14="http://schemas.microsoft.com/office/powerpoint/2010/main" xmlns:a14="http://schemas.microsoft.com/office/drawing/2010/main" xmlns:a16="http://schemas.microsoft.com/office/drawing/2014/main" xmlns="">
                  <a:solidFill>
                    <a:srgbClr val="FFFFFF"/>
                  </a:solidFill>
                </a14:hiddenFill>
              </a:ext>
            </a:extLst>
          </p:spPr>
        </p:pic>
      </p:grpSp>
      <p:pic>
        <p:nvPicPr>
          <p:cNvPr id="13" name="Picture Placeholder 12">
            <a:extLst>
              <a:ext uri="{FF2B5EF4-FFF2-40B4-BE49-F238E27FC236}">
                <a16:creationId xmlns:a16="http://schemas.microsoft.com/office/drawing/2014/main" id="{09E9642A-EBD6-4A1F-862C-5E040624C50D}"/>
              </a:ext>
            </a:extLst>
          </p:cNvPr>
          <p:cNvPicPr>
            <a:picLocks noGrp="1" noChangeAspect="1"/>
          </p:cNvPicPr>
          <p:nvPr>
            <p:ph type="pic" sz="quarter" idx="13"/>
          </p:nvPr>
        </p:nvPicPr>
        <p:blipFill>
          <a:blip r:embed="rId5">
            <a:alphaModFix/>
          </a:blip>
          <a:srcRect l="16232" r="16232" b="-1"/>
          <a:stretch>
            <a:fillRect/>
          </a:stretch>
        </p:blipFill>
        <p:spPr>
          <a:xfrm>
            <a:off x="3611" y="-304800"/>
            <a:ext cx="12730114" cy="7162800"/>
          </a:xfrm>
          <a:prstGeom prst="rect">
            <a:avLst/>
          </a:prstGeom>
        </p:spPr>
      </p:pic>
      <p:grpSp>
        <p:nvGrpSpPr>
          <p:cNvPr id="65" name="Group 64">
            <a:extLst>
              <a:ext uri="{FF2B5EF4-FFF2-40B4-BE49-F238E27FC236}">
                <a16:creationId xmlns:a16="http://schemas.microsoft.com/office/drawing/2014/main" id="{15502586-682B-4EDF-9515-674BB4E1CD1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72533" y="0"/>
            <a:ext cx="11455400" cy="6848476"/>
            <a:chOff x="372533" y="0"/>
            <a:chExt cx="11455400" cy="6848476"/>
          </a:xfrm>
        </p:grpSpPr>
        <p:sp>
          <p:nvSpPr>
            <p:cNvPr id="66" name="Round Diagonal Corner Rectangle 7">
              <a:extLst>
                <a:ext uri="{FF2B5EF4-FFF2-40B4-BE49-F238E27FC236}">
                  <a16:creationId xmlns:a16="http://schemas.microsoft.com/office/drawing/2014/main" id="{C4491F87-B86B-413A-ACCD-56525E5330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22867" y="766234"/>
              <a:ext cx="10346266" cy="5325532"/>
            </a:xfrm>
            <a:prstGeom prst="round2DiagRect">
              <a:avLst>
                <a:gd name="adj1" fmla="val 4147"/>
                <a:gd name="adj2" fmla="val 0"/>
              </a:avLst>
            </a:prstGeom>
            <a:solidFill>
              <a:schemeClr val="bg1">
                <a:alpha val="80000"/>
              </a:schemeClr>
            </a:solidFill>
            <a:ln w="19050" cap="sq">
              <a:solidFill>
                <a:schemeClr val="tx2">
                  <a:alpha val="60000"/>
                </a:schemeClr>
              </a:solidFill>
              <a:miter lim="800000"/>
            </a:ln>
            <a:effectLst>
              <a:outerShdw blurRad="889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67" name="Group 66">
              <a:extLst>
                <a:ext uri="{FF2B5EF4-FFF2-40B4-BE49-F238E27FC236}">
                  <a16:creationId xmlns:a16="http://schemas.microsoft.com/office/drawing/2014/main" id="{04A25545-7FDA-465A-8546-9D927F8286FD}"/>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1085512" y="0"/>
              <a:ext cx="650875" cy="1730375"/>
              <a:chOff x="11347978" y="0"/>
              <a:chExt cx="650875" cy="1730375"/>
            </a:xfrm>
          </p:grpSpPr>
          <p:sp>
            <p:nvSpPr>
              <p:cNvPr id="87" name="Freeform 32">
                <a:extLst>
                  <a:ext uri="{FF2B5EF4-FFF2-40B4-BE49-F238E27FC236}">
                    <a16:creationId xmlns:a16="http://schemas.microsoft.com/office/drawing/2014/main" id="{0AC67F09-E0D9-410A-A4DE-72D31697EB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67041"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80000"/>
                </a:schemeClr>
              </a:solidFill>
              <a:ln>
                <a:noFill/>
              </a:ln>
            </p:spPr>
            <p:txBody>
              <a:bodyPr/>
              <a:lstStyle/>
              <a:p>
                <a:endParaRPr lang="en-GB"/>
              </a:p>
            </p:txBody>
          </p:sp>
          <p:sp>
            <p:nvSpPr>
              <p:cNvPr id="88" name="Freeform 33">
                <a:extLst>
                  <a:ext uri="{FF2B5EF4-FFF2-40B4-BE49-F238E27FC236}">
                    <a16:creationId xmlns:a16="http://schemas.microsoft.com/office/drawing/2014/main" id="{B78F2FDE-85C9-4650-919F-C35464007D7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47978"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80000"/>
                </a:schemeClr>
              </a:solidFill>
              <a:ln>
                <a:noFill/>
              </a:ln>
            </p:spPr>
            <p:txBody>
              <a:bodyPr/>
              <a:lstStyle/>
              <a:p>
                <a:endParaRPr lang="en-GB"/>
              </a:p>
            </p:txBody>
          </p:sp>
          <p:sp>
            <p:nvSpPr>
              <p:cNvPr id="89" name="Freeform 34">
                <a:extLst>
                  <a:ext uri="{FF2B5EF4-FFF2-40B4-BE49-F238E27FC236}">
                    <a16:creationId xmlns:a16="http://schemas.microsoft.com/office/drawing/2014/main" id="{57DD2F8B-5242-455C-B03F-E2F6B6732EF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14678"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GB"/>
              </a:p>
            </p:txBody>
          </p:sp>
          <p:sp>
            <p:nvSpPr>
              <p:cNvPr id="90" name="Freeform 37">
                <a:extLst>
                  <a:ext uri="{FF2B5EF4-FFF2-40B4-BE49-F238E27FC236}">
                    <a16:creationId xmlns:a16="http://schemas.microsoft.com/office/drawing/2014/main" id="{B8CE3E90-8A76-4CD5-B28C-D71FF37185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694053"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80000"/>
                </a:schemeClr>
              </a:solidFill>
              <a:ln>
                <a:noFill/>
              </a:ln>
            </p:spPr>
            <p:txBody>
              <a:bodyPr/>
              <a:lstStyle/>
              <a:p>
                <a:endParaRPr lang="en-GB"/>
              </a:p>
            </p:txBody>
          </p:sp>
        </p:grpSp>
        <p:grpSp>
          <p:nvGrpSpPr>
            <p:cNvPr id="68" name="Group 67">
              <a:extLst>
                <a:ext uri="{FF2B5EF4-FFF2-40B4-BE49-F238E27FC236}">
                  <a16:creationId xmlns:a16="http://schemas.microsoft.com/office/drawing/2014/main" id="{4C374541-D033-4B72-A232-5461EEAD4DF2}"/>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flipH="1">
              <a:off x="11229445" y="4867275"/>
              <a:ext cx="598488" cy="1981201"/>
              <a:chOff x="11424178" y="4867275"/>
              <a:chExt cx="598488" cy="1981201"/>
            </a:xfrm>
          </p:grpSpPr>
          <p:sp>
            <p:nvSpPr>
              <p:cNvPr id="81" name="Freeform 35">
                <a:extLst>
                  <a:ext uri="{FF2B5EF4-FFF2-40B4-BE49-F238E27FC236}">
                    <a16:creationId xmlns:a16="http://schemas.microsoft.com/office/drawing/2014/main" id="{94766BAB-FE6E-4247-886B-736F831FEB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14666"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80000"/>
                </a:schemeClr>
              </a:solidFill>
              <a:ln>
                <a:noFill/>
              </a:ln>
            </p:spPr>
            <p:txBody>
              <a:bodyPr/>
              <a:lstStyle/>
              <a:p>
                <a:endParaRPr lang="en-GB"/>
              </a:p>
            </p:txBody>
          </p:sp>
          <p:sp>
            <p:nvSpPr>
              <p:cNvPr id="82" name="Freeform 36">
                <a:extLst>
                  <a:ext uri="{FF2B5EF4-FFF2-40B4-BE49-F238E27FC236}">
                    <a16:creationId xmlns:a16="http://schemas.microsoft.com/office/drawing/2014/main" id="{3C954FB2-C7A0-468C-8AD2-C278DCA6421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55966"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80000"/>
                </a:schemeClr>
              </a:solidFill>
              <a:ln>
                <a:noFill/>
              </a:ln>
            </p:spPr>
            <p:txBody>
              <a:bodyPr/>
              <a:lstStyle/>
              <a:p>
                <a:endParaRPr lang="en-GB"/>
              </a:p>
            </p:txBody>
          </p:sp>
          <p:sp>
            <p:nvSpPr>
              <p:cNvPr id="83" name="Freeform 38">
                <a:extLst>
                  <a:ext uri="{FF2B5EF4-FFF2-40B4-BE49-F238E27FC236}">
                    <a16:creationId xmlns:a16="http://schemas.microsoft.com/office/drawing/2014/main" id="{F52FBFD5-A528-4DB8-A802-814A7E421D6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19441"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GB"/>
              </a:p>
            </p:txBody>
          </p:sp>
          <p:sp>
            <p:nvSpPr>
              <p:cNvPr id="84" name="Freeform 39">
                <a:extLst>
                  <a:ext uri="{FF2B5EF4-FFF2-40B4-BE49-F238E27FC236}">
                    <a16:creationId xmlns:a16="http://schemas.microsoft.com/office/drawing/2014/main" id="{E57CCB6D-72AF-4D41-8C6C-9750D43DC6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24178"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80000"/>
                </a:schemeClr>
              </a:solidFill>
              <a:ln>
                <a:noFill/>
              </a:ln>
            </p:spPr>
            <p:txBody>
              <a:bodyPr/>
              <a:lstStyle/>
              <a:p>
                <a:endParaRPr lang="en-GB"/>
              </a:p>
            </p:txBody>
          </p:sp>
          <p:sp>
            <p:nvSpPr>
              <p:cNvPr id="85" name="Freeform 40">
                <a:extLst>
                  <a:ext uri="{FF2B5EF4-FFF2-40B4-BE49-F238E27FC236}">
                    <a16:creationId xmlns:a16="http://schemas.microsoft.com/office/drawing/2014/main" id="{19D203AA-CF94-405B-800C-0C798552188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32166"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GB"/>
              </a:p>
            </p:txBody>
          </p:sp>
          <p:sp>
            <p:nvSpPr>
              <p:cNvPr id="86" name="Rectangle 41">
                <a:extLst>
                  <a:ext uri="{FF2B5EF4-FFF2-40B4-BE49-F238E27FC236}">
                    <a16:creationId xmlns:a16="http://schemas.microsoft.com/office/drawing/2014/main" id="{7D053665-E810-419F-9D63-2A54CB47738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22653" y="6596063"/>
                <a:ext cx="23813" cy="252413"/>
              </a:xfrm>
              <a:prstGeom prst="rect">
                <a:avLst/>
              </a:prstGeom>
              <a:solidFill>
                <a:schemeClr val="tx2">
                  <a:alpha val="80000"/>
                </a:schemeClr>
              </a:solidFill>
              <a:ln>
                <a:noFill/>
              </a:ln>
            </p:spPr>
            <p:txBody>
              <a:bodyPr/>
              <a:lstStyle/>
              <a:p>
                <a:endParaRPr lang="en-GB"/>
              </a:p>
            </p:txBody>
          </p:sp>
        </p:grpSp>
        <p:grpSp>
          <p:nvGrpSpPr>
            <p:cNvPr id="69" name="Group 68">
              <a:extLst>
                <a:ext uri="{FF2B5EF4-FFF2-40B4-BE49-F238E27FC236}">
                  <a16:creationId xmlns:a16="http://schemas.microsoft.com/office/drawing/2014/main" id="{DEAF6153-6BF6-448C-81C1-2817B0F78001}"/>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flipH="1">
              <a:off x="440267" y="5118101"/>
              <a:ext cx="650875" cy="1730375"/>
              <a:chOff x="118533" y="5118101"/>
              <a:chExt cx="650875" cy="1730375"/>
            </a:xfrm>
          </p:grpSpPr>
          <p:sp>
            <p:nvSpPr>
              <p:cNvPr id="77" name="Freeform 32">
                <a:extLst>
                  <a:ext uri="{FF2B5EF4-FFF2-40B4-BE49-F238E27FC236}">
                    <a16:creationId xmlns:a16="http://schemas.microsoft.com/office/drawing/2014/main" id="{A7E0D3C0-552C-4741-AFBE-E665CEA068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237596" y="6335713"/>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80000"/>
                </a:schemeClr>
              </a:solidFill>
              <a:ln>
                <a:noFill/>
              </a:ln>
            </p:spPr>
            <p:txBody>
              <a:bodyPr/>
              <a:lstStyle/>
              <a:p>
                <a:endParaRPr lang="en-GB"/>
              </a:p>
            </p:txBody>
          </p:sp>
          <p:sp>
            <p:nvSpPr>
              <p:cNvPr id="78" name="Freeform 33">
                <a:extLst>
                  <a:ext uri="{FF2B5EF4-FFF2-40B4-BE49-F238E27FC236}">
                    <a16:creationId xmlns:a16="http://schemas.microsoft.com/office/drawing/2014/main" id="{CAF96EBF-4E74-4F88-BD05-A4AE1694A45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118533" y="622141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80000"/>
                </a:schemeClr>
              </a:solidFill>
              <a:ln>
                <a:noFill/>
              </a:ln>
            </p:spPr>
            <p:txBody>
              <a:bodyPr/>
              <a:lstStyle/>
              <a:p>
                <a:endParaRPr lang="en-GB"/>
              </a:p>
            </p:txBody>
          </p:sp>
          <p:sp>
            <p:nvSpPr>
              <p:cNvPr id="79" name="Freeform 34">
                <a:extLst>
                  <a:ext uri="{FF2B5EF4-FFF2-40B4-BE49-F238E27FC236}">
                    <a16:creationId xmlns:a16="http://schemas.microsoft.com/office/drawing/2014/main" id="{D49C51B9-E4E4-410D-8AAB-7E308A1D452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385233" y="5118101"/>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GB"/>
              </a:p>
            </p:txBody>
          </p:sp>
          <p:sp>
            <p:nvSpPr>
              <p:cNvPr id="80" name="Freeform 37">
                <a:extLst>
                  <a:ext uri="{FF2B5EF4-FFF2-40B4-BE49-F238E27FC236}">
                    <a16:creationId xmlns:a16="http://schemas.microsoft.com/office/drawing/2014/main" id="{354F0627-1BD6-4455-967A-32DB31C82C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464608" y="5299075"/>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80000"/>
                </a:schemeClr>
              </a:solidFill>
              <a:ln>
                <a:noFill/>
              </a:ln>
            </p:spPr>
            <p:txBody>
              <a:bodyPr/>
              <a:lstStyle/>
              <a:p>
                <a:endParaRPr lang="en-GB"/>
              </a:p>
            </p:txBody>
          </p:sp>
        </p:grpSp>
        <p:grpSp>
          <p:nvGrpSpPr>
            <p:cNvPr id="70" name="Group 69">
              <a:extLst>
                <a:ext uri="{FF2B5EF4-FFF2-40B4-BE49-F238E27FC236}">
                  <a16:creationId xmlns:a16="http://schemas.microsoft.com/office/drawing/2014/main" id="{BC21AED9-0CB5-426C-A1C4-6EEB548050D5}"/>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72533" y="0"/>
              <a:ext cx="598488" cy="1981201"/>
              <a:chOff x="194733" y="0"/>
              <a:chExt cx="598488" cy="1981201"/>
            </a:xfrm>
          </p:grpSpPr>
          <p:sp>
            <p:nvSpPr>
              <p:cNvPr id="71" name="Freeform 35">
                <a:extLst>
                  <a:ext uri="{FF2B5EF4-FFF2-40B4-BE49-F238E27FC236}">
                    <a16:creationId xmlns:a16="http://schemas.microsoft.com/office/drawing/2014/main" id="{8D8A778B-9916-47AC-A28A-07F01A83F4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285221" y="0"/>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80000"/>
                </a:schemeClr>
              </a:solidFill>
              <a:ln>
                <a:noFill/>
              </a:ln>
            </p:spPr>
            <p:txBody>
              <a:bodyPr/>
              <a:lstStyle/>
              <a:p>
                <a:endParaRPr lang="en-GB"/>
              </a:p>
            </p:txBody>
          </p:sp>
          <p:sp>
            <p:nvSpPr>
              <p:cNvPr id="72" name="Freeform 36">
                <a:extLst>
                  <a:ext uri="{FF2B5EF4-FFF2-40B4-BE49-F238E27FC236}">
                    <a16:creationId xmlns:a16="http://schemas.microsoft.com/office/drawing/2014/main" id="{65323B96-DF0E-463C-B290-C22D3C55324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526521" y="1141413"/>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80000"/>
                </a:schemeClr>
              </a:solidFill>
              <a:ln>
                <a:noFill/>
              </a:ln>
            </p:spPr>
            <p:txBody>
              <a:bodyPr/>
              <a:lstStyle/>
              <a:p>
                <a:endParaRPr lang="en-GB"/>
              </a:p>
            </p:txBody>
          </p:sp>
          <p:sp>
            <p:nvSpPr>
              <p:cNvPr id="73" name="Freeform 38">
                <a:extLst>
                  <a:ext uri="{FF2B5EF4-FFF2-40B4-BE49-F238E27FC236}">
                    <a16:creationId xmlns:a16="http://schemas.microsoft.com/office/drawing/2014/main" id="{65A0E255-1142-422E-A62A-5044177C5AE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389996" y="1792288"/>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GB"/>
              </a:p>
            </p:txBody>
          </p:sp>
          <p:sp>
            <p:nvSpPr>
              <p:cNvPr id="74" name="Freeform 39">
                <a:extLst>
                  <a:ext uri="{FF2B5EF4-FFF2-40B4-BE49-F238E27FC236}">
                    <a16:creationId xmlns:a16="http://schemas.microsoft.com/office/drawing/2014/main" id="{233A955D-DB0D-42F8-B490-E01FB9C45C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194733" y="0"/>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80000"/>
                </a:schemeClr>
              </a:solidFill>
              <a:ln>
                <a:noFill/>
              </a:ln>
            </p:spPr>
            <p:txBody>
              <a:bodyPr/>
              <a:lstStyle/>
              <a:p>
                <a:endParaRPr lang="en-GB"/>
              </a:p>
            </p:txBody>
          </p:sp>
          <p:sp>
            <p:nvSpPr>
              <p:cNvPr id="75" name="Freeform 40">
                <a:extLst>
                  <a:ext uri="{FF2B5EF4-FFF2-40B4-BE49-F238E27FC236}">
                    <a16:creationId xmlns:a16="http://schemas.microsoft.com/office/drawing/2014/main" id="{F0F0C29B-EB52-470C-AF64-FC54F5C250F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602721" y="24288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GB"/>
              </a:p>
            </p:txBody>
          </p:sp>
          <p:sp>
            <p:nvSpPr>
              <p:cNvPr id="76" name="Rectangle 41">
                <a:extLst>
                  <a:ext uri="{FF2B5EF4-FFF2-40B4-BE49-F238E27FC236}">
                    <a16:creationId xmlns:a16="http://schemas.microsoft.com/office/drawing/2014/main" id="{A6C0E942-454D-483D-84FB-89308C8F15B7}"/>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flipV="1">
                <a:off x="693208" y="0"/>
                <a:ext cx="23813" cy="252413"/>
              </a:xfrm>
              <a:prstGeom prst="rect">
                <a:avLst/>
              </a:prstGeom>
              <a:solidFill>
                <a:schemeClr val="tx2">
                  <a:alpha val="80000"/>
                </a:schemeClr>
              </a:solidFill>
              <a:ln>
                <a:noFill/>
              </a:ln>
            </p:spPr>
            <p:txBody>
              <a:bodyPr/>
              <a:lstStyle/>
              <a:p>
                <a:endParaRPr lang="en-GB"/>
              </a:p>
            </p:txBody>
          </p:sp>
        </p:grpSp>
      </p:grpSp>
      <p:sp>
        <p:nvSpPr>
          <p:cNvPr id="9" name="Title 8">
            <a:extLst>
              <a:ext uri="{FF2B5EF4-FFF2-40B4-BE49-F238E27FC236}">
                <a16:creationId xmlns:a16="http://schemas.microsoft.com/office/drawing/2014/main" id="{70443DD8-CE2B-4A5C-BF24-0B51AA63C006}"/>
              </a:ext>
            </a:extLst>
          </p:cNvPr>
          <p:cNvSpPr>
            <a:spLocks noGrp="1"/>
          </p:cNvSpPr>
          <p:nvPr>
            <p:ph type="title"/>
          </p:nvPr>
        </p:nvSpPr>
        <p:spPr>
          <a:xfrm>
            <a:off x="1143001" y="1007533"/>
            <a:ext cx="9905998" cy="1092200"/>
          </a:xfrm>
        </p:spPr>
        <p:txBody>
          <a:bodyPr vert="horz" lIns="91440" tIns="45720" rIns="91440" bIns="45720" rtlCol="0" anchor="ctr">
            <a:normAutofit/>
          </a:bodyPr>
          <a:lstStyle/>
          <a:p>
            <a:r>
              <a:rPr lang="en-US" dirty="0"/>
              <a:t>Introduction</a:t>
            </a:r>
          </a:p>
        </p:txBody>
      </p:sp>
      <p:sp>
        <p:nvSpPr>
          <p:cNvPr id="10" name="Content Placeholder 9">
            <a:extLst>
              <a:ext uri="{FF2B5EF4-FFF2-40B4-BE49-F238E27FC236}">
                <a16:creationId xmlns:a16="http://schemas.microsoft.com/office/drawing/2014/main" id="{B5F5AC9F-EF54-40AF-AE88-F588E9C3E74B}"/>
              </a:ext>
            </a:extLst>
          </p:cNvPr>
          <p:cNvSpPr>
            <a:spLocks noGrp="1"/>
          </p:cNvSpPr>
          <p:nvPr>
            <p:ph idx="1"/>
          </p:nvPr>
        </p:nvSpPr>
        <p:spPr>
          <a:xfrm>
            <a:off x="1194065" y="2037291"/>
            <a:ext cx="9905999" cy="3454399"/>
          </a:xfrm>
        </p:spPr>
        <p:txBody>
          <a:bodyPr vert="horz" lIns="91440" tIns="45720" rIns="91440" bIns="45720" rtlCol="0" anchor="ctr">
            <a:normAutofit/>
          </a:bodyPr>
          <a:lstStyle/>
          <a:p>
            <a:pPr indent="-228600">
              <a:buFont typeface="Arial" panose="020B0604020202020204" pitchFamily="34" charset="0"/>
              <a:buChar char="•"/>
            </a:pPr>
            <a:r>
              <a:rPr lang="en-US" sz="2000" dirty="0"/>
              <a:t>The project aims to develop an automated measurement system for </a:t>
            </a:r>
            <a:r>
              <a:rPr lang="en-US" sz="2000" dirty="0" err="1"/>
              <a:t>characterising</a:t>
            </a:r>
            <a:r>
              <a:rPr lang="en-US" sz="2000" dirty="0"/>
              <a:t> the </a:t>
            </a:r>
            <a:r>
              <a:rPr lang="en-US" sz="2000" b="1" dirty="0"/>
              <a:t>Renesas FS-1012-1100-NG</a:t>
            </a:r>
            <a:r>
              <a:rPr lang="en-US" sz="2000" dirty="0"/>
              <a:t> analog </a:t>
            </a:r>
            <a:r>
              <a:rPr lang="en-US" sz="2000"/>
              <a:t>flow rate sensor</a:t>
            </a:r>
            <a:r>
              <a:rPr lang="en-US" sz="2000" dirty="0"/>
              <a:t>. In this sense, an </a:t>
            </a:r>
            <a:r>
              <a:rPr lang="en-US" sz="2000" b="1" dirty="0"/>
              <a:t>Automated Measurement System (AMS) </a:t>
            </a:r>
            <a:r>
              <a:rPr lang="en-US" sz="2000" dirty="0"/>
              <a:t>was prepared,</a:t>
            </a:r>
            <a:r>
              <a:rPr lang="en-GB" sz="2000" dirty="0"/>
              <a:t> selecting both the hardware and software components necessary to fulfil</a:t>
            </a:r>
            <a:r>
              <a:rPr lang="en-US" sz="2000" dirty="0"/>
              <a:t> each task required by the envisioned calibration procedure.</a:t>
            </a:r>
          </a:p>
          <a:p>
            <a:pPr indent="-228600">
              <a:buFont typeface="Arial" panose="020B0604020202020204" pitchFamily="34" charset="0"/>
              <a:buChar char="•"/>
            </a:pPr>
            <a:r>
              <a:rPr lang="en-GB" sz="2000" dirty="0"/>
              <a:t>This signal has to be analysed and compared with the measurement produced by a pre-calibrated transducer of similar characteristics. For this aim, the </a:t>
            </a:r>
            <a:r>
              <a:rPr lang="en-GB" sz="2000" b="1" dirty="0"/>
              <a:t>Renesas FS-2012-1100-NG </a:t>
            </a:r>
            <a:r>
              <a:rPr lang="en-GB" sz="2000" dirty="0"/>
              <a:t>was chosen. The task involves several steps, all of which are handled using a unique software application developed within the </a:t>
            </a:r>
            <a:r>
              <a:rPr lang="en-GB" sz="2000" b="1" dirty="0"/>
              <a:t>LabVIEW</a:t>
            </a:r>
            <a:r>
              <a:rPr lang="en-GB" sz="2000" dirty="0"/>
              <a:t> development environment: the </a:t>
            </a:r>
            <a:r>
              <a:rPr lang="en-GB" sz="2000" b="1" dirty="0"/>
              <a:t>main</a:t>
            </a:r>
            <a:r>
              <a:rPr lang="en-GB" sz="2000" dirty="0"/>
              <a:t> VI.</a:t>
            </a:r>
            <a:endParaRPr lang="en-US" sz="2000" dirty="0"/>
          </a:p>
        </p:txBody>
      </p:sp>
      <p:sp>
        <p:nvSpPr>
          <p:cNvPr id="5" name="Footer Placeholder 4">
            <a:extLst>
              <a:ext uri="{FF2B5EF4-FFF2-40B4-BE49-F238E27FC236}">
                <a16:creationId xmlns:a16="http://schemas.microsoft.com/office/drawing/2014/main" id="{11C54943-CA7B-4463-A051-5F3076D32E51}"/>
              </a:ext>
            </a:extLst>
          </p:cNvPr>
          <p:cNvSpPr>
            <a:spLocks noGrp="1"/>
          </p:cNvSpPr>
          <p:nvPr>
            <p:ph type="ftr" sz="quarter" idx="11"/>
          </p:nvPr>
        </p:nvSpPr>
        <p:spPr>
          <a:xfrm>
            <a:off x="1141411" y="5730875"/>
            <a:ext cx="6239309" cy="365125"/>
          </a:xfrm>
        </p:spPr>
        <p:txBody>
          <a:bodyPr vert="horz" lIns="91440" tIns="45720" rIns="91440" bIns="45720" rtlCol="0" anchor="ctr">
            <a:normAutofit/>
          </a:bodyPr>
          <a:lstStyle/>
          <a:p>
            <a:pPr lvl="0" defTabSz="914400">
              <a:spcAft>
                <a:spcPts val="600"/>
              </a:spcAft>
            </a:pPr>
            <a:r>
              <a:rPr lang="en-GB"/>
              <a:t>Flow Transducer Calibration project</a:t>
            </a:r>
            <a:endParaRPr lang="en-US" kern="1200" cap="all" baseline="0">
              <a:solidFill>
                <a:schemeClr val="tx1">
                  <a:tint val="75000"/>
                </a:schemeClr>
              </a:solidFill>
              <a:latin typeface="+mn-lt"/>
              <a:ea typeface="+mn-ea"/>
              <a:cs typeface="+mn-cs"/>
            </a:endParaRPr>
          </a:p>
        </p:txBody>
      </p:sp>
      <p:sp>
        <p:nvSpPr>
          <p:cNvPr id="4" name="Date Placeholder 3">
            <a:extLst>
              <a:ext uri="{FF2B5EF4-FFF2-40B4-BE49-F238E27FC236}">
                <a16:creationId xmlns:a16="http://schemas.microsoft.com/office/drawing/2014/main" id="{BAC2BA47-68FC-4EF3-BAB7-49DAB8992D4F}"/>
              </a:ext>
            </a:extLst>
          </p:cNvPr>
          <p:cNvSpPr>
            <a:spLocks noGrp="1"/>
          </p:cNvSpPr>
          <p:nvPr>
            <p:ph type="dt" sz="half" idx="10"/>
          </p:nvPr>
        </p:nvSpPr>
        <p:spPr>
          <a:xfrm>
            <a:off x="7456921" y="5730876"/>
            <a:ext cx="2743200" cy="365125"/>
          </a:xfrm>
        </p:spPr>
        <p:txBody>
          <a:bodyPr vert="horz" lIns="91440" tIns="45720" rIns="91440" bIns="45720" rtlCol="0" anchor="ctr">
            <a:normAutofit fontScale="92500" lnSpcReduction="20000"/>
          </a:bodyPr>
          <a:lstStyle/>
          <a:p>
            <a:r>
              <a:rPr lang="en-GB"/>
              <a:t>Measurement for automation and industrial production, a.y. 2024-2025</a:t>
            </a:r>
          </a:p>
        </p:txBody>
      </p:sp>
    </p:spTree>
    <p:extLst>
      <p:ext uri="{BB962C8B-B14F-4D97-AF65-F5344CB8AC3E}">
        <p14:creationId xmlns:p14="http://schemas.microsoft.com/office/powerpoint/2010/main" val="14423953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AE56EBE-EC60-9A60-E52C-5C2A26859A59}"/>
              </a:ext>
            </a:extLst>
          </p:cNvPr>
          <p:cNvSpPr>
            <a:spLocks noGrp="1"/>
          </p:cNvSpPr>
          <p:nvPr>
            <p:ph type="title"/>
          </p:nvPr>
        </p:nvSpPr>
        <p:spPr>
          <a:xfrm>
            <a:off x="541000" y="552842"/>
            <a:ext cx="11109663" cy="3342884"/>
          </a:xfrm>
        </p:spPr>
        <p:txBody>
          <a:bodyPr>
            <a:normAutofit fontScale="90000"/>
          </a:bodyPr>
          <a:lstStyle/>
          <a:p>
            <a:br>
              <a:rPr lang="en-GB"/>
            </a:br>
            <a:r>
              <a:rPr lang="en-GB"/>
              <a:t>Automated Measuring System (AMS) Overview</a:t>
            </a:r>
            <a:br>
              <a:rPr lang="en-GB"/>
            </a:br>
            <a:endParaRPr lang="en-GB"/>
          </a:p>
        </p:txBody>
      </p:sp>
      <p:pic>
        <p:nvPicPr>
          <p:cNvPr id="9" name="Picture Placeholder 8" descr="A diagram of a circuit board&#10;&#10;AI-generated content may be incorrect.">
            <a:extLst>
              <a:ext uri="{FF2B5EF4-FFF2-40B4-BE49-F238E27FC236}">
                <a16:creationId xmlns:a16="http://schemas.microsoft.com/office/drawing/2014/main" id="{10C0D1C8-1A7E-AEC0-5F95-44B38CF8F032}"/>
              </a:ext>
            </a:extLst>
          </p:cNvPr>
          <p:cNvPicPr>
            <a:picLocks noGrp="1" noChangeAspect="1"/>
          </p:cNvPicPr>
          <p:nvPr>
            <p:ph type="pic" sz="quarter" idx="13"/>
          </p:nvPr>
        </p:nvPicPr>
        <p:blipFill>
          <a:blip r:embed="rId3"/>
          <a:srcRect l="925" t="-21" b="5510"/>
          <a:stretch>
            <a:fillRect/>
          </a:stretch>
        </p:blipFill>
        <p:spPr>
          <a:xfrm>
            <a:off x="3209925" y="2515974"/>
            <a:ext cx="5826236" cy="3342883"/>
          </a:xfrm>
        </p:spPr>
      </p:pic>
      <p:sp>
        <p:nvSpPr>
          <p:cNvPr id="2" name="Slide Number Placeholder 5">
            <a:extLst>
              <a:ext uri="{FF2B5EF4-FFF2-40B4-BE49-F238E27FC236}">
                <a16:creationId xmlns:a16="http://schemas.microsoft.com/office/drawing/2014/main" id="{E4A90DA8-DFCF-94EF-FD8A-DF074EFC2DDC}"/>
              </a:ext>
            </a:extLst>
          </p:cNvPr>
          <p:cNvSpPr txBox="1">
            <a:spLocks/>
          </p:cNvSpPr>
          <p:nvPr/>
        </p:nvSpPr>
        <p:spPr>
          <a:xfrm>
            <a:off x="11821933" y="6375596"/>
            <a:ext cx="276933" cy="302601"/>
          </a:xfrm>
          <a:prstGeom prst="rect">
            <a:avLst/>
          </a:prstGeom>
        </p:spPr>
        <p:txBody>
          <a:bodyPr rtlCol="0"/>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39607A7-8386-47DB-8578-DDEDD194E5D4}" type="slidenum">
              <a:rPr lang="en-GB" sz="1050" b="1" smtClean="0"/>
              <a:pPr/>
              <a:t>4</a:t>
            </a:fld>
            <a:endParaRPr lang="en-GB" sz="1050" b="1" dirty="0"/>
          </a:p>
        </p:txBody>
      </p:sp>
      <p:sp>
        <p:nvSpPr>
          <p:cNvPr id="4" name="Date Placeholder 11">
            <a:extLst>
              <a:ext uri="{FF2B5EF4-FFF2-40B4-BE49-F238E27FC236}">
                <a16:creationId xmlns:a16="http://schemas.microsoft.com/office/drawing/2014/main" id="{2C2DD014-BE99-066B-A6EC-03A69FBDD058}"/>
              </a:ext>
            </a:extLst>
          </p:cNvPr>
          <p:cNvSpPr>
            <a:spLocks noGrp="1"/>
          </p:cNvSpPr>
          <p:nvPr>
            <p:ph type="dt" sz="half" idx="10"/>
          </p:nvPr>
        </p:nvSpPr>
        <p:spPr>
          <a:xfrm>
            <a:off x="8076336" y="6400265"/>
            <a:ext cx="2966971" cy="365125"/>
          </a:xfrm>
        </p:spPr>
        <p:txBody>
          <a:bodyPr/>
          <a:lstStyle/>
          <a:p>
            <a:r>
              <a:rPr lang="en-GB" dirty="0"/>
              <a:t>Measurement for automation and industrial production, </a:t>
            </a:r>
            <a:r>
              <a:rPr lang="en-GB" dirty="0" err="1"/>
              <a:t>a.y</a:t>
            </a:r>
            <a:r>
              <a:rPr lang="en-GB" dirty="0"/>
              <a:t>. 2024-2025</a:t>
            </a:r>
          </a:p>
        </p:txBody>
      </p:sp>
      <p:sp>
        <p:nvSpPr>
          <p:cNvPr id="5" name="Footer Placeholder 12">
            <a:extLst>
              <a:ext uri="{FF2B5EF4-FFF2-40B4-BE49-F238E27FC236}">
                <a16:creationId xmlns:a16="http://schemas.microsoft.com/office/drawing/2014/main" id="{7E07494A-1CCF-DB45-3DF7-A7B1DDAEDFE9}"/>
              </a:ext>
            </a:extLst>
          </p:cNvPr>
          <p:cNvSpPr>
            <a:spLocks noGrp="1"/>
          </p:cNvSpPr>
          <p:nvPr>
            <p:ph type="ftr" sz="quarter" idx="11"/>
          </p:nvPr>
        </p:nvSpPr>
        <p:spPr>
          <a:xfrm>
            <a:off x="1141413" y="6340037"/>
            <a:ext cx="6239309" cy="365125"/>
          </a:xfrm>
        </p:spPr>
        <p:txBody>
          <a:bodyPr/>
          <a:lstStyle/>
          <a:p>
            <a:pPr lvl="0" defTabSz="914400">
              <a:spcAft>
                <a:spcPts val="600"/>
              </a:spcAft>
            </a:pPr>
            <a:r>
              <a:rPr lang="en-GB" dirty="0"/>
              <a:t>Flow Transducer Calibration project</a:t>
            </a:r>
            <a:endParaRPr lang="en-US" dirty="0"/>
          </a:p>
        </p:txBody>
      </p:sp>
    </p:spTree>
    <p:extLst>
      <p:ext uri="{BB962C8B-B14F-4D97-AF65-F5344CB8AC3E}">
        <p14:creationId xmlns:p14="http://schemas.microsoft.com/office/powerpoint/2010/main" val="562970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D0A1A-F696-EB48-8CE8-5486174368F5}"/>
              </a:ext>
            </a:extLst>
          </p:cNvPr>
          <p:cNvSpPr>
            <a:spLocks noGrp="1"/>
          </p:cNvSpPr>
          <p:nvPr>
            <p:ph type="title"/>
          </p:nvPr>
        </p:nvSpPr>
        <p:spPr>
          <a:xfrm>
            <a:off x="1144588" y="174625"/>
            <a:ext cx="9905999" cy="1905000"/>
          </a:xfrm>
        </p:spPr>
        <p:txBody>
          <a:bodyPr/>
          <a:lstStyle/>
          <a:p>
            <a:r>
              <a:rPr lang="it-IT"/>
              <a:t>Hardware instrumentation used </a:t>
            </a:r>
            <a:r>
              <a:rPr lang="it-IT" i="1"/>
              <a:t>(I)</a:t>
            </a:r>
            <a:endParaRPr lang="en-GB"/>
          </a:p>
        </p:txBody>
      </p:sp>
      <p:sp>
        <p:nvSpPr>
          <p:cNvPr id="3" name="Text Placeholder 2">
            <a:extLst>
              <a:ext uri="{FF2B5EF4-FFF2-40B4-BE49-F238E27FC236}">
                <a16:creationId xmlns:a16="http://schemas.microsoft.com/office/drawing/2014/main" id="{7F248313-1A5E-04A7-A37F-B60F8262C772}"/>
              </a:ext>
            </a:extLst>
          </p:cNvPr>
          <p:cNvSpPr>
            <a:spLocks noGrp="1"/>
          </p:cNvSpPr>
          <p:nvPr>
            <p:ph type="body" idx="1"/>
          </p:nvPr>
        </p:nvSpPr>
        <p:spPr/>
        <p:txBody>
          <a:bodyPr/>
          <a:lstStyle/>
          <a:p>
            <a:pPr algn="ctr"/>
            <a:r>
              <a:rPr lang="it-IT"/>
              <a:t>Ead neo pp2</a:t>
            </a:r>
            <a:endParaRPr lang="en-GB"/>
          </a:p>
        </p:txBody>
      </p:sp>
      <p:pic>
        <p:nvPicPr>
          <p:cNvPr id="16" name="Picture Placeholder 15" descr="A drawing of a small electric motor&#10;&#10;AI-generated content may be incorrect.">
            <a:extLst>
              <a:ext uri="{FF2B5EF4-FFF2-40B4-BE49-F238E27FC236}">
                <a16:creationId xmlns:a16="http://schemas.microsoft.com/office/drawing/2014/main" id="{50D9F06A-1455-E7A9-FD27-A00AA1EB189C}"/>
              </a:ext>
            </a:extLst>
          </p:cNvPr>
          <p:cNvPicPr>
            <a:picLocks noGrp="1" noChangeAspect="1"/>
          </p:cNvPicPr>
          <p:nvPr>
            <p:ph type="pic" idx="15"/>
          </p:nvPr>
        </p:nvPicPr>
        <p:blipFill>
          <a:blip r:embed="rId3"/>
          <a:srcRect t="23173" b="29648"/>
          <a:stretch>
            <a:fillRect/>
          </a:stretch>
        </p:blipFill>
        <p:spPr>
          <a:xfrm>
            <a:off x="1141413" y="2143125"/>
            <a:ext cx="3195240" cy="2261470"/>
          </a:xfrm>
        </p:spPr>
      </p:pic>
      <p:sp>
        <p:nvSpPr>
          <p:cNvPr id="5" name="Text Placeholder 4">
            <a:extLst>
              <a:ext uri="{FF2B5EF4-FFF2-40B4-BE49-F238E27FC236}">
                <a16:creationId xmlns:a16="http://schemas.microsoft.com/office/drawing/2014/main" id="{7237DAC7-9BCA-69BF-8D9A-28EEAE8F4B4A}"/>
              </a:ext>
            </a:extLst>
          </p:cNvPr>
          <p:cNvSpPr>
            <a:spLocks noGrp="1"/>
          </p:cNvSpPr>
          <p:nvPr>
            <p:ph type="body" sz="half" idx="18"/>
          </p:nvPr>
        </p:nvSpPr>
        <p:spPr/>
        <p:txBody>
          <a:bodyPr>
            <a:normAutofit lnSpcReduction="10000"/>
          </a:bodyPr>
          <a:lstStyle/>
          <a:p>
            <a:r>
              <a:rPr lang="en-GB" dirty="0"/>
              <a:t>It produces the air flow that is measured by </a:t>
            </a:r>
            <a:r>
              <a:rPr lang="en-GB"/>
              <a:t>flow rate sensor </a:t>
            </a:r>
            <a:r>
              <a:rPr lang="en-GB" dirty="0"/>
              <a:t>depending on the input current given.</a:t>
            </a:r>
          </a:p>
        </p:txBody>
      </p:sp>
      <p:sp>
        <p:nvSpPr>
          <p:cNvPr id="6" name="Text Placeholder 5">
            <a:extLst>
              <a:ext uri="{FF2B5EF4-FFF2-40B4-BE49-F238E27FC236}">
                <a16:creationId xmlns:a16="http://schemas.microsoft.com/office/drawing/2014/main" id="{D5B8360D-0A0E-3FF3-06A9-9F1B3569E2EB}"/>
              </a:ext>
            </a:extLst>
          </p:cNvPr>
          <p:cNvSpPr>
            <a:spLocks noGrp="1"/>
          </p:cNvSpPr>
          <p:nvPr>
            <p:ph type="body" sz="quarter" idx="3"/>
          </p:nvPr>
        </p:nvSpPr>
        <p:spPr/>
        <p:txBody>
          <a:bodyPr/>
          <a:lstStyle/>
          <a:p>
            <a:pPr algn="ctr"/>
            <a:r>
              <a:rPr lang="it-IT"/>
              <a:t>Agilent, type e3634A (PSU)</a:t>
            </a:r>
            <a:endParaRPr lang="en-GB"/>
          </a:p>
        </p:txBody>
      </p:sp>
      <p:pic>
        <p:nvPicPr>
          <p:cNvPr id="18" name="Picture Placeholder 17" descr="A hand holding a device&#10;&#10;AI-generated content may be incorrect.">
            <a:extLst>
              <a:ext uri="{FF2B5EF4-FFF2-40B4-BE49-F238E27FC236}">
                <a16:creationId xmlns:a16="http://schemas.microsoft.com/office/drawing/2014/main" id="{10083998-4F50-CD25-636A-5ED6D6ED9800}"/>
              </a:ext>
            </a:extLst>
          </p:cNvPr>
          <p:cNvPicPr>
            <a:picLocks noGrp="1" noChangeAspect="1"/>
          </p:cNvPicPr>
          <p:nvPr>
            <p:ph type="pic" idx="21"/>
          </p:nvPr>
        </p:nvPicPr>
        <p:blipFill>
          <a:blip r:embed="rId4"/>
          <a:srcRect t="11688" b="34119"/>
          <a:stretch>
            <a:fillRect/>
          </a:stretch>
        </p:blipFill>
        <p:spPr>
          <a:xfrm>
            <a:off x="4788114" y="2143125"/>
            <a:ext cx="2668807" cy="2169394"/>
          </a:xfrm>
        </p:spPr>
      </p:pic>
      <p:sp>
        <p:nvSpPr>
          <p:cNvPr id="8" name="Text Placeholder 7">
            <a:extLst>
              <a:ext uri="{FF2B5EF4-FFF2-40B4-BE49-F238E27FC236}">
                <a16:creationId xmlns:a16="http://schemas.microsoft.com/office/drawing/2014/main" id="{64AEFFFF-9384-D350-F551-BB7E16A4ABDD}"/>
              </a:ext>
            </a:extLst>
          </p:cNvPr>
          <p:cNvSpPr>
            <a:spLocks noGrp="1"/>
          </p:cNvSpPr>
          <p:nvPr>
            <p:ph type="body" sz="half" idx="19"/>
          </p:nvPr>
        </p:nvSpPr>
        <p:spPr/>
        <p:txBody>
          <a:bodyPr>
            <a:normAutofit lnSpcReduction="10000"/>
          </a:bodyPr>
          <a:lstStyle/>
          <a:p>
            <a:r>
              <a:rPr lang="en-GB" dirty="0"/>
              <a:t>It powers the air pump by providing a </a:t>
            </a:r>
            <a:r>
              <a:rPr lang="en-GB" dirty="0" err="1"/>
              <a:t>costant</a:t>
            </a:r>
            <a:r>
              <a:rPr lang="en-GB" dirty="0"/>
              <a:t> voltage value and a variable current output.</a:t>
            </a:r>
          </a:p>
        </p:txBody>
      </p:sp>
      <p:sp>
        <p:nvSpPr>
          <p:cNvPr id="9" name="Text Placeholder 8">
            <a:extLst>
              <a:ext uri="{FF2B5EF4-FFF2-40B4-BE49-F238E27FC236}">
                <a16:creationId xmlns:a16="http://schemas.microsoft.com/office/drawing/2014/main" id="{636A3EE2-F806-F872-8248-C9389FB5E8C5}"/>
              </a:ext>
            </a:extLst>
          </p:cNvPr>
          <p:cNvSpPr>
            <a:spLocks noGrp="1"/>
          </p:cNvSpPr>
          <p:nvPr>
            <p:ph type="body" sz="quarter" idx="13"/>
          </p:nvPr>
        </p:nvSpPr>
        <p:spPr/>
        <p:txBody>
          <a:bodyPr/>
          <a:lstStyle/>
          <a:p>
            <a:pPr algn="ctr"/>
            <a:r>
              <a:rPr lang="it-IT" dirty="0"/>
              <a:t>Arduino uno r3</a:t>
            </a:r>
            <a:endParaRPr lang="en-GB" dirty="0"/>
          </a:p>
        </p:txBody>
      </p:sp>
      <p:pic>
        <p:nvPicPr>
          <p:cNvPr id="20" name="Picture Placeholder 19">
            <a:extLst>
              <a:ext uri="{FF2B5EF4-FFF2-40B4-BE49-F238E27FC236}">
                <a16:creationId xmlns:a16="http://schemas.microsoft.com/office/drawing/2014/main" id="{B37DE698-122D-2BD8-774B-9102510E9323}"/>
              </a:ext>
            </a:extLst>
          </p:cNvPr>
          <p:cNvPicPr>
            <a:picLocks noGrp="1" noChangeAspect="1"/>
          </p:cNvPicPr>
          <p:nvPr>
            <p:ph type="pic" idx="22"/>
          </p:nvPr>
        </p:nvPicPr>
        <p:blipFill>
          <a:blip r:embed="rId5"/>
          <a:srcRect t="-136" b="5493"/>
          <a:stretch>
            <a:fillRect/>
          </a:stretch>
        </p:blipFill>
        <p:spPr>
          <a:xfrm>
            <a:off x="7852442" y="2008615"/>
            <a:ext cx="3198145" cy="2261470"/>
          </a:xfrm>
        </p:spPr>
      </p:pic>
      <p:sp>
        <p:nvSpPr>
          <p:cNvPr id="11" name="Text Placeholder 10">
            <a:extLst>
              <a:ext uri="{FF2B5EF4-FFF2-40B4-BE49-F238E27FC236}">
                <a16:creationId xmlns:a16="http://schemas.microsoft.com/office/drawing/2014/main" id="{BAE6B712-4AE9-5A5F-AFED-0DC6971A3925}"/>
              </a:ext>
            </a:extLst>
          </p:cNvPr>
          <p:cNvSpPr>
            <a:spLocks noGrp="1"/>
          </p:cNvSpPr>
          <p:nvPr>
            <p:ph type="body" sz="half" idx="20"/>
          </p:nvPr>
        </p:nvSpPr>
        <p:spPr/>
        <p:txBody>
          <a:bodyPr/>
          <a:lstStyle/>
          <a:p>
            <a:r>
              <a:rPr lang="it-IT"/>
              <a:t>It controls the data acquisition from the reference digital flow rate transducer </a:t>
            </a:r>
            <a:endParaRPr lang="en-GB"/>
          </a:p>
        </p:txBody>
      </p:sp>
      <p:sp>
        <p:nvSpPr>
          <p:cNvPr id="12" name="Date Placeholder 11">
            <a:extLst>
              <a:ext uri="{FF2B5EF4-FFF2-40B4-BE49-F238E27FC236}">
                <a16:creationId xmlns:a16="http://schemas.microsoft.com/office/drawing/2014/main" id="{F4F3DAEC-E8FF-5761-421C-83AE58C84F41}"/>
              </a:ext>
            </a:extLst>
          </p:cNvPr>
          <p:cNvSpPr>
            <a:spLocks noGrp="1"/>
          </p:cNvSpPr>
          <p:nvPr>
            <p:ph type="dt" sz="half" idx="10"/>
          </p:nvPr>
        </p:nvSpPr>
        <p:spPr>
          <a:xfrm>
            <a:off x="8076336" y="6400265"/>
            <a:ext cx="2966971" cy="365125"/>
          </a:xfrm>
        </p:spPr>
        <p:txBody>
          <a:bodyPr/>
          <a:lstStyle/>
          <a:p>
            <a:r>
              <a:rPr lang="en-GB" dirty="0"/>
              <a:t>Measurement for automation and industrial production, </a:t>
            </a:r>
            <a:r>
              <a:rPr lang="en-GB" dirty="0" err="1"/>
              <a:t>a.y</a:t>
            </a:r>
            <a:r>
              <a:rPr lang="en-GB" dirty="0"/>
              <a:t>. 2024-2025</a:t>
            </a:r>
          </a:p>
        </p:txBody>
      </p:sp>
      <p:sp>
        <p:nvSpPr>
          <p:cNvPr id="13" name="Footer Placeholder 12">
            <a:extLst>
              <a:ext uri="{FF2B5EF4-FFF2-40B4-BE49-F238E27FC236}">
                <a16:creationId xmlns:a16="http://schemas.microsoft.com/office/drawing/2014/main" id="{074CDB0B-3471-6D7D-D910-2FE59D5A8BDD}"/>
              </a:ext>
            </a:extLst>
          </p:cNvPr>
          <p:cNvSpPr>
            <a:spLocks noGrp="1"/>
          </p:cNvSpPr>
          <p:nvPr>
            <p:ph type="ftr" sz="quarter" idx="11"/>
          </p:nvPr>
        </p:nvSpPr>
        <p:spPr>
          <a:xfrm>
            <a:off x="1141413" y="6340037"/>
            <a:ext cx="6239309" cy="365125"/>
          </a:xfrm>
        </p:spPr>
        <p:txBody>
          <a:bodyPr/>
          <a:lstStyle/>
          <a:p>
            <a:pPr lvl="0" defTabSz="914400">
              <a:spcAft>
                <a:spcPts val="600"/>
              </a:spcAft>
            </a:pPr>
            <a:r>
              <a:rPr lang="en-GB" dirty="0"/>
              <a:t>Flow Transducer Calibration project</a:t>
            </a:r>
            <a:endParaRPr lang="en-US" dirty="0"/>
          </a:p>
        </p:txBody>
      </p:sp>
      <p:sp>
        <p:nvSpPr>
          <p:cNvPr id="14" name="Slide Number Placeholder 13">
            <a:extLst>
              <a:ext uri="{FF2B5EF4-FFF2-40B4-BE49-F238E27FC236}">
                <a16:creationId xmlns:a16="http://schemas.microsoft.com/office/drawing/2014/main" id="{80416948-94D5-F1D1-79EF-EB8F63690A11}"/>
              </a:ext>
            </a:extLst>
          </p:cNvPr>
          <p:cNvSpPr>
            <a:spLocks noGrp="1"/>
          </p:cNvSpPr>
          <p:nvPr>
            <p:ph type="sldNum" sz="quarter" idx="12"/>
          </p:nvPr>
        </p:nvSpPr>
        <p:spPr>
          <a:xfrm>
            <a:off x="11300787" y="6340036"/>
            <a:ext cx="771089" cy="365125"/>
          </a:xfrm>
        </p:spPr>
        <p:txBody>
          <a:bodyPr/>
          <a:lstStyle/>
          <a:p>
            <a:pPr rtl="0"/>
            <a:fld id="{D39607A7-8386-47DB-8578-DDEDD194E5D4}" type="slidenum">
              <a:rPr lang="en-GB" b="1" noProof="0" smtClean="0"/>
              <a:pPr rtl="0"/>
              <a:t>5</a:t>
            </a:fld>
            <a:endParaRPr lang="en-GB" b="1" noProof="0" dirty="0"/>
          </a:p>
        </p:txBody>
      </p:sp>
      <p:grpSp>
        <p:nvGrpSpPr>
          <p:cNvPr id="27" name="Gruppo 26">
            <a:extLst>
              <a:ext uri="{FF2B5EF4-FFF2-40B4-BE49-F238E27FC236}">
                <a16:creationId xmlns:a16="http://schemas.microsoft.com/office/drawing/2014/main" id="{E3A8113E-85A0-B796-5807-5E3A40C63CD2}"/>
              </a:ext>
            </a:extLst>
          </p:cNvPr>
          <p:cNvGrpSpPr/>
          <p:nvPr/>
        </p:nvGrpSpPr>
        <p:grpSpPr>
          <a:xfrm>
            <a:off x="9385300" y="2628900"/>
            <a:ext cx="1390650" cy="933450"/>
            <a:chOff x="9385300" y="2628900"/>
            <a:chExt cx="1390650" cy="933450"/>
          </a:xfrm>
        </p:grpSpPr>
        <p:cxnSp>
          <p:nvCxnSpPr>
            <p:cNvPr id="7" name="Connettore diritto 6">
              <a:extLst>
                <a:ext uri="{FF2B5EF4-FFF2-40B4-BE49-F238E27FC236}">
                  <a16:creationId xmlns:a16="http://schemas.microsoft.com/office/drawing/2014/main" id="{27558FD1-423D-B11E-A89E-DD503B7816FF}"/>
                </a:ext>
              </a:extLst>
            </p:cNvPr>
            <p:cNvCxnSpPr/>
            <p:nvPr/>
          </p:nvCxnSpPr>
          <p:spPr>
            <a:xfrm>
              <a:off x="9385300" y="2628900"/>
              <a:ext cx="38735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Connettore diritto 9">
              <a:extLst>
                <a:ext uri="{FF2B5EF4-FFF2-40B4-BE49-F238E27FC236}">
                  <a16:creationId xmlns:a16="http://schemas.microsoft.com/office/drawing/2014/main" id="{03E615DF-A67A-37A8-BE09-88293D6EB0E8}"/>
                </a:ext>
              </a:extLst>
            </p:cNvPr>
            <p:cNvCxnSpPr>
              <a:cxnSpLocks/>
            </p:cNvCxnSpPr>
            <p:nvPr/>
          </p:nvCxnSpPr>
          <p:spPr>
            <a:xfrm>
              <a:off x="9772650" y="2628900"/>
              <a:ext cx="0" cy="92075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9" name="Connettore diritto 18">
              <a:extLst>
                <a:ext uri="{FF2B5EF4-FFF2-40B4-BE49-F238E27FC236}">
                  <a16:creationId xmlns:a16="http://schemas.microsoft.com/office/drawing/2014/main" id="{072AD46C-E8CC-EC70-9946-0B726C907B72}"/>
                </a:ext>
              </a:extLst>
            </p:cNvPr>
            <p:cNvCxnSpPr>
              <a:cxnSpLocks/>
            </p:cNvCxnSpPr>
            <p:nvPr/>
          </p:nvCxnSpPr>
          <p:spPr>
            <a:xfrm flipV="1">
              <a:off x="9772650" y="3556000"/>
              <a:ext cx="1003300" cy="635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Connettore diritto 21">
              <a:extLst>
                <a:ext uri="{FF2B5EF4-FFF2-40B4-BE49-F238E27FC236}">
                  <a16:creationId xmlns:a16="http://schemas.microsoft.com/office/drawing/2014/main" id="{0A36E3A4-1503-BD62-B17B-51D11FE7F312}"/>
                </a:ext>
              </a:extLst>
            </p:cNvPr>
            <p:cNvCxnSpPr>
              <a:cxnSpLocks/>
            </p:cNvCxnSpPr>
            <p:nvPr/>
          </p:nvCxnSpPr>
          <p:spPr>
            <a:xfrm>
              <a:off x="10775950" y="3124201"/>
              <a:ext cx="0" cy="438149"/>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61" name="Gruppo 60">
            <a:extLst>
              <a:ext uri="{FF2B5EF4-FFF2-40B4-BE49-F238E27FC236}">
                <a16:creationId xmlns:a16="http://schemas.microsoft.com/office/drawing/2014/main" id="{84D3834E-3F11-EF0D-3028-B7B658B32DE8}"/>
              </a:ext>
            </a:extLst>
          </p:cNvPr>
          <p:cNvGrpSpPr/>
          <p:nvPr/>
        </p:nvGrpSpPr>
        <p:grpSpPr>
          <a:xfrm>
            <a:off x="9354457" y="2567346"/>
            <a:ext cx="1366879" cy="914400"/>
            <a:chOff x="9354457" y="2567346"/>
            <a:chExt cx="1366879" cy="914400"/>
          </a:xfrm>
        </p:grpSpPr>
        <p:cxnSp>
          <p:nvCxnSpPr>
            <p:cNvPr id="29" name="Connettore diritto 28">
              <a:extLst>
                <a:ext uri="{FF2B5EF4-FFF2-40B4-BE49-F238E27FC236}">
                  <a16:creationId xmlns:a16="http://schemas.microsoft.com/office/drawing/2014/main" id="{712D7105-77B9-B6EC-9D1A-C8D13BB9FAC9}"/>
                </a:ext>
              </a:extLst>
            </p:cNvPr>
            <p:cNvCxnSpPr>
              <a:cxnSpLocks/>
            </p:cNvCxnSpPr>
            <p:nvPr/>
          </p:nvCxnSpPr>
          <p:spPr>
            <a:xfrm>
              <a:off x="9354457" y="2567346"/>
              <a:ext cx="359000" cy="0"/>
            </a:xfrm>
            <a:prstGeom prst="line">
              <a:avLst/>
            </a:prstGeom>
            <a:ln w="127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30" name="Connettore diritto 29">
              <a:extLst>
                <a:ext uri="{FF2B5EF4-FFF2-40B4-BE49-F238E27FC236}">
                  <a16:creationId xmlns:a16="http://schemas.microsoft.com/office/drawing/2014/main" id="{E71D3B2F-BD41-EDF0-DB1B-6BD0913A74FC}"/>
                </a:ext>
              </a:extLst>
            </p:cNvPr>
            <p:cNvCxnSpPr>
              <a:cxnSpLocks/>
            </p:cNvCxnSpPr>
            <p:nvPr/>
          </p:nvCxnSpPr>
          <p:spPr>
            <a:xfrm>
              <a:off x="9713457" y="2567346"/>
              <a:ext cx="0" cy="908180"/>
            </a:xfrm>
            <a:prstGeom prst="line">
              <a:avLst/>
            </a:prstGeom>
            <a:ln w="127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31" name="Connettore diritto 30">
              <a:extLst>
                <a:ext uri="{FF2B5EF4-FFF2-40B4-BE49-F238E27FC236}">
                  <a16:creationId xmlns:a16="http://schemas.microsoft.com/office/drawing/2014/main" id="{F7CA6805-FA72-1BF5-CE3A-D67EA36B35D0}"/>
                </a:ext>
              </a:extLst>
            </p:cNvPr>
            <p:cNvCxnSpPr>
              <a:cxnSpLocks/>
            </p:cNvCxnSpPr>
            <p:nvPr/>
          </p:nvCxnSpPr>
          <p:spPr>
            <a:xfrm flipV="1">
              <a:off x="9713457" y="3475526"/>
              <a:ext cx="1007879" cy="6220"/>
            </a:xfrm>
            <a:prstGeom prst="line">
              <a:avLst/>
            </a:prstGeom>
            <a:ln w="127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32" name="Connettore diritto 31">
              <a:extLst>
                <a:ext uri="{FF2B5EF4-FFF2-40B4-BE49-F238E27FC236}">
                  <a16:creationId xmlns:a16="http://schemas.microsoft.com/office/drawing/2014/main" id="{C685C3C8-FD69-B801-97B3-6484A3CCEC0C}"/>
                </a:ext>
              </a:extLst>
            </p:cNvPr>
            <p:cNvCxnSpPr>
              <a:cxnSpLocks/>
            </p:cNvCxnSpPr>
            <p:nvPr/>
          </p:nvCxnSpPr>
          <p:spPr>
            <a:xfrm>
              <a:off x="10721336" y="3124201"/>
              <a:ext cx="0" cy="351325"/>
            </a:xfrm>
            <a:prstGeom prst="line">
              <a:avLst/>
            </a:prstGeom>
            <a:ln w="12700">
              <a:solidFill>
                <a:srgbClr val="00B050"/>
              </a:solidFill>
            </a:ln>
          </p:spPr>
          <p:style>
            <a:lnRef idx="1">
              <a:schemeClr val="accent1"/>
            </a:lnRef>
            <a:fillRef idx="0">
              <a:schemeClr val="accent1"/>
            </a:fillRef>
            <a:effectRef idx="0">
              <a:schemeClr val="accent1"/>
            </a:effectRef>
            <a:fontRef idx="minor">
              <a:schemeClr val="tx1"/>
            </a:fontRef>
          </p:style>
        </p:cxnSp>
      </p:grpSp>
      <p:grpSp>
        <p:nvGrpSpPr>
          <p:cNvPr id="78" name="Gruppo 77">
            <a:extLst>
              <a:ext uri="{FF2B5EF4-FFF2-40B4-BE49-F238E27FC236}">
                <a16:creationId xmlns:a16="http://schemas.microsoft.com/office/drawing/2014/main" id="{4B57B036-6220-AF05-50BF-517E2D13C5EF}"/>
              </a:ext>
            </a:extLst>
          </p:cNvPr>
          <p:cNvGrpSpPr/>
          <p:nvPr/>
        </p:nvGrpSpPr>
        <p:grpSpPr>
          <a:xfrm>
            <a:off x="7965326" y="3052538"/>
            <a:ext cx="2736100" cy="825808"/>
            <a:chOff x="7965326" y="3052538"/>
            <a:chExt cx="2736100" cy="825808"/>
          </a:xfrm>
        </p:grpSpPr>
        <p:grpSp>
          <p:nvGrpSpPr>
            <p:cNvPr id="52" name="Gruppo 51">
              <a:extLst>
                <a:ext uri="{FF2B5EF4-FFF2-40B4-BE49-F238E27FC236}">
                  <a16:creationId xmlns:a16="http://schemas.microsoft.com/office/drawing/2014/main" id="{B06D1B2F-FFA5-FFBE-7501-BA11E7AFE481}"/>
                </a:ext>
              </a:extLst>
            </p:cNvPr>
            <p:cNvGrpSpPr/>
            <p:nvPr/>
          </p:nvGrpSpPr>
          <p:grpSpPr>
            <a:xfrm>
              <a:off x="7965326" y="3052538"/>
              <a:ext cx="2736100" cy="825808"/>
              <a:chOff x="7965326" y="3052538"/>
              <a:chExt cx="2736100" cy="825808"/>
            </a:xfrm>
          </p:grpSpPr>
          <p:cxnSp>
            <p:nvCxnSpPr>
              <p:cNvPr id="34" name="Connettore diritto 33">
                <a:extLst>
                  <a:ext uri="{FF2B5EF4-FFF2-40B4-BE49-F238E27FC236}">
                    <a16:creationId xmlns:a16="http://schemas.microsoft.com/office/drawing/2014/main" id="{D61BB305-449A-96DA-7319-40E2CEB1EFFC}"/>
                  </a:ext>
                </a:extLst>
              </p:cNvPr>
              <p:cNvCxnSpPr>
                <a:cxnSpLocks/>
              </p:cNvCxnSpPr>
              <p:nvPr/>
            </p:nvCxnSpPr>
            <p:spPr>
              <a:xfrm>
                <a:off x="7965326" y="3052538"/>
                <a:ext cx="243478" cy="0"/>
              </a:xfrm>
              <a:prstGeom prst="line">
                <a:avLst/>
              </a:prstGeom>
              <a:ln w="127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5" name="Connettore diritto 34">
                <a:extLst>
                  <a:ext uri="{FF2B5EF4-FFF2-40B4-BE49-F238E27FC236}">
                    <a16:creationId xmlns:a16="http://schemas.microsoft.com/office/drawing/2014/main" id="{2527BD66-265F-5412-D2B6-5007E3BB9C8B}"/>
                  </a:ext>
                </a:extLst>
              </p:cNvPr>
              <p:cNvCxnSpPr>
                <a:cxnSpLocks/>
              </p:cNvCxnSpPr>
              <p:nvPr/>
            </p:nvCxnSpPr>
            <p:spPr>
              <a:xfrm>
                <a:off x="7965326" y="3052538"/>
                <a:ext cx="0" cy="825808"/>
              </a:xfrm>
              <a:prstGeom prst="line">
                <a:avLst/>
              </a:prstGeom>
              <a:ln w="127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6" name="Connettore diritto 35">
                <a:extLst>
                  <a:ext uri="{FF2B5EF4-FFF2-40B4-BE49-F238E27FC236}">
                    <a16:creationId xmlns:a16="http://schemas.microsoft.com/office/drawing/2014/main" id="{35DBABC8-70F1-559A-952B-067E12014FD2}"/>
                  </a:ext>
                </a:extLst>
              </p:cNvPr>
              <p:cNvCxnSpPr>
                <a:cxnSpLocks/>
              </p:cNvCxnSpPr>
              <p:nvPr/>
            </p:nvCxnSpPr>
            <p:spPr>
              <a:xfrm>
                <a:off x="7965326" y="3878346"/>
                <a:ext cx="2736100" cy="0"/>
              </a:xfrm>
              <a:prstGeom prst="line">
                <a:avLst/>
              </a:prstGeom>
              <a:ln w="12700">
                <a:solidFill>
                  <a:srgbClr val="00B0F0"/>
                </a:solidFill>
              </a:ln>
            </p:spPr>
            <p:style>
              <a:lnRef idx="1">
                <a:schemeClr val="accent1"/>
              </a:lnRef>
              <a:fillRef idx="0">
                <a:schemeClr val="accent1"/>
              </a:fillRef>
              <a:effectRef idx="0">
                <a:schemeClr val="accent1"/>
              </a:effectRef>
              <a:fontRef idx="minor">
                <a:schemeClr val="tx1"/>
              </a:fontRef>
            </p:style>
          </p:cxnSp>
        </p:grpSp>
        <p:cxnSp>
          <p:nvCxnSpPr>
            <p:cNvPr id="37" name="Connettore diritto 36">
              <a:extLst>
                <a:ext uri="{FF2B5EF4-FFF2-40B4-BE49-F238E27FC236}">
                  <a16:creationId xmlns:a16="http://schemas.microsoft.com/office/drawing/2014/main" id="{E4ED0A64-4801-36B3-BA48-0B8324972F08}"/>
                </a:ext>
              </a:extLst>
            </p:cNvPr>
            <p:cNvCxnSpPr>
              <a:cxnSpLocks/>
            </p:cNvCxnSpPr>
            <p:nvPr/>
          </p:nvCxnSpPr>
          <p:spPr>
            <a:xfrm>
              <a:off x="10696552" y="3124201"/>
              <a:ext cx="4874" cy="754145"/>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grpSp>
      <p:grpSp>
        <p:nvGrpSpPr>
          <p:cNvPr id="77" name="Gruppo 76">
            <a:extLst>
              <a:ext uri="{FF2B5EF4-FFF2-40B4-BE49-F238E27FC236}">
                <a16:creationId xmlns:a16="http://schemas.microsoft.com/office/drawing/2014/main" id="{904D4D5A-1329-5E3F-B027-387F28862508}"/>
              </a:ext>
            </a:extLst>
          </p:cNvPr>
          <p:cNvGrpSpPr/>
          <p:nvPr/>
        </p:nvGrpSpPr>
        <p:grpSpPr>
          <a:xfrm>
            <a:off x="7914552" y="2997203"/>
            <a:ext cx="2887705" cy="1186540"/>
            <a:chOff x="7914552" y="2997203"/>
            <a:chExt cx="2887705" cy="1186540"/>
          </a:xfrm>
        </p:grpSpPr>
        <p:cxnSp>
          <p:nvCxnSpPr>
            <p:cNvPr id="63" name="Connettore diritto 62">
              <a:extLst>
                <a:ext uri="{FF2B5EF4-FFF2-40B4-BE49-F238E27FC236}">
                  <a16:creationId xmlns:a16="http://schemas.microsoft.com/office/drawing/2014/main" id="{F6080E03-5677-D737-9FF1-5A3C16D20CC2}"/>
                </a:ext>
              </a:extLst>
            </p:cNvPr>
            <p:cNvCxnSpPr>
              <a:cxnSpLocks/>
            </p:cNvCxnSpPr>
            <p:nvPr/>
          </p:nvCxnSpPr>
          <p:spPr>
            <a:xfrm>
              <a:off x="7914552" y="2997203"/>
              <a:ext cx="294252" cy="0"/>
            </a:xfrm>
            <a:prstGeom prst="line">
              <a:avLst/>
            </a:prstGeom>
            <a:ln w="1270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64" name="Connettore diritto 63">
              <a:extLst>
                <a:ext uri="{FF2B5EF4-FFF2-40B4-BE49-F238E27FC236}">
                  <a16:creationId xmlns:a16="http://schemas.microsoft.com/office/drawing/2014/main" id="{2C56F6EE-19DF-315E-7A3B-547A8880CC1F}"/>
                </a:ext>
              </a:extLst>
            </p:cNvPr>
            <p:cNvCxnSpPr>
              <a:cxnSpLocks/>
            </p:cNvCxnSpPr>
            <p:nvPr/>
          </p:nvCxnSpPr>
          <p:spPr>
            <a:xfrm>
              <a:off x="7914552" y="2997203"/>
              <a:ext cx="0" cy="1185676"/>
            </a:xfrm>
            <a:prstGeom prst="line">
              <a:avLst/>
            </a:prstGeom>
            <a:ln w="1270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65" name="Connettore diritto 64">
              <a:extLst>
                <a:ext uri="{FF2B5EF4-FFF2-40B4-BE49-F238E27FC236}">
                  <a16:creationId xmlns:a16="http://schemas.microsoft.com/office/drawing/2014/main" id="{4F537948-04C0-2AE3-E1C0-E443A981E603}"/>
                </a:ext>
              </a:extLst>
            </p:cNvPr>
            <p:cNvCxnSpPr>
              <a:cxnSpLocks/>
            </p:cNvCxnSpPr>
            <p:nvPr/>
          </p:nvCxnSpPr>
          <p:spPr>
            <a:xfrm>
              <a:off x="7914552" y="4182879"/>
              <a:ext cx="2887705" cy="0"/>
            </a:xfrm>
            <a:prstGeom prst="line">
              <a:avLst/>
            </a:prstGeom>
            <a:ln w="1270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73" name="Connettore diritto 72">
              <a:extLst>
                <a:ext uri="{FF2B5EF4-FFF2-40B4-BE49-F238E27FC236}">
                  <a16:creationId xmlns:a16="http://schemas.microsoft.com/office/drawing/2014/main" id="{DC7ACDCB-C326-53A4-C2E1-34B6DA8C7D8A}"/>
                </a:ext>
              </a:extLst>
            </p:cNvPr>
            <p:cNvCxnSpPr/>
            <p:nvPr/>
          </p:nvCxnSpPr>
          <p:spPr>
            <a:xfrm flipV="1">
              <a:off x="10802257" y="3124201"/>
              <a:ext cx="0" cy="1059542"/>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9722982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par>
                                <p:cTn id="8" presetID="10" presetClass="entr" presetSubtype="0" fill="hold" nodeType="withEffect">
                                  <p:stCondLst>
                                    <p:cond delay="0"/>
                                  </p:stCondLst>
                                  <p:childTnLst>
                                    <p:set>
                                      <p:cBhvr>
                                        <p:cTn id="9" dur="1" fill="hold">
                                          <p:stCondLst>
                                            <p:cond delay="0"/>
                                          </p:stCondLst>
                                        </p:cTn>
                                        <p:tgtEl>
                                          <p:spTgt spid="77"/>
                                        </p:tgtEl>
                                        <p:attrNameLst>
                                          <p:attrName>style.visibility</p:attrName>
                                        </p:attrNameLst>
                                      </p:cBhvr>
                                      <p:to>
                                        <p:strVal val="visible"/>
                                      </p:to>
                                    </p:set>
                                    <p:animEffect transition="in" filter="fade">
                                      <p:cBhvr>
                                        <p:cTn id="10" dur="500"/>
                                        <p:tgtEl>
                                          <p:spTgt spid="77"/>
                                        </p:tgtEl>
                                      </p:cBhvr>
                                    </p:animEffect>
                                  </p:childTnLst>
                                </p:cTn>
                              </p:par>
                              <p:par>
                                <p:cTn id="11" presetID="10" presetClass="entr" presetSubtype="0" fill="hold" nodeType="withEffect">
                                  <p:stCondLst>
                                    <p:cond delay="0"/>
                                  </p:stCondLst>
                                  <p:childTnLst>
                                    <p:set>
                                      <p:cBhvr>
                                        <p:cTn id="12" dur="1" fill="hold">
                                          <p:stCondLst>
                                            <p:cond delay="0"/>
                                          </p:stCondLst>
                                        </p:cTn>
                                        <p:tgtEl>
                                          <p:spTgt spid="78"/>
                                        </p:tgtEl>
                                        <p:attrNameLst>
                                          <p:attrName>style.visibility</p:attrName>
                                        </p:attrNameLst>
                                      </p:cBhvr>
                                      <p:to>
                                        <p:strVal val="visible"/>
                                      </p:to>
                                    </p:set>
                                    <p:animEffect transition="in" filter="fade">
                                      <p:cBhvr>
                                        <p:cTn id="13" dur="500"/>
                                        <p:tgtEl>
                                          <p:spTgt spid="78"/>
                                        </p:tgtEl>
                                      </p:cBhvr>
                                    </p:animEffect>
                                  </p:childTnLst>
                                </p:cTn>
                              </p:par>
                              <p:par>
                                <p:cTn id="14" presetID="10" presetClass="entr" presetSubtype="0" fill="hold" nodeType="withEffect">
                                  <p:stCondLst>
                                    <p:cond delay="0"/>
                                  </p:stCondLst>
                                  <p:childTnLst>
                                    <p:set>
                                      <p:cBhvr>
                                        <p:cTn id="15" dur="1" fill="hold">
                                          <p:stCondLst>
                                            <p:cond delay="0"/>
                                          </p:stCondLst>
                                        </p:cTn>
                                        <p:tgtEl>
                                          <p:spTgt spid="61"/>
                                        </p:tgtEl>
                                        <p:attrNameLst>
                                          <p:attrName>style.visibility</p:attrName>
                                        </p:attrNameLst>
                                      </p:cBhvr>
                                      <p:to>
                                        <p:strVal val="visible"/>
                                      </p:to>
                                    </p:set>
                                    <p:animEffect transition="in" filter="fade">
                                      <p:cBhvr>
                                        <p:cTn id="16" dur="5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Immagine 15" descr="Immagine che contiene testo, schermata, software&#10;&#10;Il contenuto generato dall'IA potrebbe non essere corretto.">
            <a:extLst>
              <a:ext uri="{FF2B5EF4-FFF2-40B4-BE49-F238E27FC236}">
                <a16:creationId xmlns:a16="http://schemas.microsoft.com/office/drawing/2014/main" id="{64F8222E-8A1E-2A26-7069-7F5AD83D17B5}"/>
              </a:ext>
            </a:extLst>
          </p:cNvPr>
          <p:cNvPicPr>
            <a:picLocks noChangeAspect="1"/>
          </p:cNvPicPr>
          <p:nvPr/>
        </p:nvPicPr>
        <p:blipFill>
          <a:blip r:embed="rId3"/>
          <a:stretch>
            <a:fillRect/>
          </a:stretch>
        </p:blipFill>
        <p:spPr>
          <a:xfrm>
            <a:off x="217286" y="875852"/>
            <a:ext cx="5517886" cy="5106295"/>
          </a:xfrm>
          <a:prstGeom prst="rect">
            <a:avLst/>
          </a:prstGeom>
          <a:ln>
            <a:noFill/>
          </a:ln>
          <a:effectLst>
            <a:outerShdw blurRad="292100" dist="139700" dir="2700000" algn="tl" rotWithShape="0">
              <a:srgbClr val="333333">
                <a:alpha val="65000"/>
              </a:srgbClr>
            </a:outerShdw>
          </a:effectLst>
        </p:spPr>
      </p:pic>
      <p:sp>
        <p:nvSpPr>
          <p:cNvPr id="17" name="Slide Number Placeholder 13">
            <a:extLst>
              <a:ext uri="{FF2B5EF4-FFF2-40B4-BE49-F238E27FC236}">
                <a16:creationId xmlns:a16="http://schemas.microsoft.com/office/drawing/2014/main" id="{AA3354BC-6ABA-9793-511A-C168B184B573}"/>
              </a:ext>
            </a:extLst>
          </p:cNvPr>
          <p:cNvSpPr>
            <a:spLocks noGrp="1"/>
          </p:cNvSpPr>
          <p:nvPr>
            <p:ph type="sldNum" sz="quarter" idx="12"/>
          </p:nvPr>
        </p:nvSpPr>
        <p:spPr>
          <a:xfrm>
            <a:off x="11300787" y="6340036"/>
            <a:ext cx="771089" cy="365125"/>
          </a:xfrm>
        </p:spPr>
        <p:txBody>
          <a:bodyPr/>
          <a:lstStyle/>
          <a:p>
            <a:pPr rtl="0"/>
            <a:fld id="{D39607A7-8386-47DB-8578-DDEDD194E5D4}" type="slidenum">
              <a:rPr lang="en-GB" b="1" noProof="0" smtClean="0"/>
              <a:pPr rtl="0"/>
              <a:t>6</a:t>
            </a:fld>
            <a:endParaRPr lang="en-GB" b="1" noProof="0" dirty="0"/>
          </a:p>
        </p:txBody>
      </p:sp>
      <p:sp>
        <p:nvSpPr>
          <p:cNvPr id="18" name="Date Placeholder 11">
            <a:extLst>
              <a:ext uri="{FF2B5EF4-FFF2-40B4-BE49-F238E27FC236}">
                <a16:creationId xmlns:a16="http://schemas.microsoft.com/office/drawing/2014/main" id="{C6CE4A91-515C-3C53-3C25-830D4EECB008}"/>
              </a:ext>
            </a:extLst>
          </p:cNvPr>
          <p:cNvSpPr>
            <a:spLocks noGrp="1"/>
          </p:cNvSpPr>
          <p:nvPr>
            <p:ph type="dt" sz="half" idx="10"/>
          </p:nvPr>
        </p:nvSpPr>
        <p:spPr>
          <a:xfrm>
            <a:off x="8076336" y="6400265"/>
            <a:ext cx="2966971" cy="365125"/>
          </a:xfrm>
        </p:spPr>
        <p:txBody>
          <a:bodyPr/>
          <a:lstStyle/>
          <a:p>
            <a:r>
              <a:rPr lang="en-GB" dirty="0"/>
              <a:t>Measurement for automation and industrial production, </a:t>
            </a:r>
            <a:r>
              <a:rPr lang="en-GB" dirty="0" err="1"/>
              <a:t>a.y</a:t>
            </a:r>
            <a:r>
              <a:rPr lang="en-GB" dirty="0"/>
              <a:t>. 2024-2025</a:t>
            </a:r>
          </a:p>
        </p:txBody>
      </p:sp>
      <p:sp>
        <p:nvSpPr>
          <p:cNvPr id="19" name="Footer Placeholder 12">
            <a:extLst>
              <a:ext uri="{FF2B5EF4-FFF2-40B4-BE49-F238E27FC236}">
                <a16:creationId xmlns:a16="http://schemas.microsoft.com/office/drawing/2014/main" id="{D2A58B87-DB50-F914-8A6A-B2628564F535}"/>
              </a:ext>
            </a:extLst>
          </p:cNvPr>
          <p:cNvSpPr>
            <a:spLocks noGrp="1"/>
          </p:cNvSpPr>
          <p:nvPr>
            <p:ph type="ftr" sz="quarter" idx="11"/>
          </p:nvPr>
        </p:nvSpPr>
        <p:spPr>
          <a:xfrm>
            <a:off x="1141413" y="6340037"/>
            <a:ext cx="6239309" cy="365125"/>
          </a:xfrm>
        </p:spPr>
        <p:txBody>
          <a:bodyPr/>
          <a:lstStyle/>
          <a:p>
            <a:pPr lvl="0" defTabSz="914400">
              <a:spcAft>
                <a:spcPts val="600"/>
              </a:spcAft>
            </a:pPr>
            <a:r>
              <a:rPr lang="en-GB" dirty="0"/>
              <a:t>Flow Transducer Calibration project</a:t>
            </a:r>
            <a:endParaRPr lang="en-US" dirty="0"/>
          </a:p>
        </p:txBody>
      </p:sp>
      <p:pic>
        <p:nvPicPr>
          <p:cNvPr id="21" name="Immagine 20" descr="Immagine che contiene testo, schermata, software&#10;&#10;Il contenuto generato dall'IA potrebbe non essere corretto.">
            <a:extLst>
              <a:ext uri="{FF2B5EF4-FFF2-40B4-BE49-F238E27FC236}">
                <a16:creationId xmlns:a16="http://schemas.microsoft.com/office/drawing/2014/main" id="{A08F6F6D-4F93-D350-A997-12531B13B20D}"/>
              </a:ext>
            </a:extLst>
          </p:cNvPr>
          <p:cNvPicPr>
            <a:picLocks noChangeAspect="1"/>
          </p:cNvPicPr>
          <p:nvPr/>
        </p:nvPicPr>
        <p:blipFill>
          <a:blip r:embed="rId4"/>
          <a:srcRect r="19714"/>
          <a:stretch>
            <a:fillRect/>
          </a:stretch>
        </p:blipFill>
        <p:spPr>
          <a:xfrm>
            <a:off x="6210229" y="875851"/>
            <a:ext cx="5762017" cy="5106295"/>
          </a:xfrm>
          <a:prstGeom prst="rect">
            <a:avLst/>
          </a:prstGeom>
          <a:ln>
            <a:noFill/>
          </a:ln>
          <a:effectLst>
            <a:outerShdw blurRad="292100" dist="139700" dir="2700000" algn="tl" rotWithShape="0">
              <a:srgbClr val="333333">
                <a:alpha val="65000"/>
              </a:srgbClr>
            </a:outerShdw>
          </a:effectLst>
        </p:spPr>
      </p:pic>
      <p:sp>
        <p:nvSpPr>
          <p:cNvPr id="22" name="Rettangolo 21">
            <a:extLst>
              <a:ext uri="{FF2B5EF4-FFF2-40B4-BE49-F238E27FC236}">
                <a16:creationId xmlns:a16="http://schemas.microsoft.com/office/drawing/2014/main" id="{65C44F88-D1E6-F499-E824-EE8B5909122E}"/>
              </a:ext>
            </a:extLst>
          </p:cNvPr>
          <p:cNvSpPr/>
          <p:nvPr/>
        </p:nvSpPr>
        <p:spPr>
          <a:xfrm>
            <a:off x="601980" y="975360"/>
            <a:ext cx="1767840" cy="541020"/>
          </a:xfrm>
          <a:prstGeom prst="rect">
            <a:avLst/>
          </a:prstGeom>
          <a:noFill/>
          <a:ln w="9525" cap="flat" cmpd="sng" algn="ctr">
            <a:solidFill>
              <a:schemeClr val="accent3">
                <a:lumMod val="75000"/>
              </a:schemeClr>
            </a:solidFill>
            <a:prstDash val="solid"/>
            <a:round/>
            <a:headEnd type="none" w="med" len="med"/>
            <a:tailEnd type="none" w="med" len="med"/>
          </a:ln>
          <a:effectLst>
            <a:glow rad="63500">
              <a:schemeClr val="accent3">
                <a:satMod val="175000"/>
                <a:alpha val="40000"/>
              </a:schemeClr>
            </a:glow>
          </a:effectLst>
        </p:spPr>
        <p:style>
          <a:lnRef idx="0">
            <a:scrgbClr r="0" g="0" b="0"/>
          </a:lnRef>
          <a:fillRef idx="0">
            <a:scrgbClr r="0" g="0" b="0"/>
          </a:fillRef>
          <a:effectRef idx="0">
            <a:scrgbClr r="0" g="0" b="0"/>
          </a:effectRef>
          <a:fontRef idx="minor">
            <a:schemeClr val="dk1"/>
          </a:fontRef>
        </p:style>
        <p:txBody>
          <a:bodyPr rtlCol="0" anchor="ctr"/>
          <a:lstStyle/>
          <a:p>
            <a:pPr algn="ctr"/>
            <a:endParaRPr lang="it-IT"/>
          </a:p>
        </p:txBody>
      </p:sp>
      <p:sp>
        <p:nvSpPr>
          <p:cNvPr id="23" name="Rettangolo 22">
            <a:extLst>
              <a:ext uri="{FF2B5EF4-FFF2-40B4-BE49-F238E27FC236}">
                <a16:creationId xmlns:a16="http://schemas.microsoft.com/office/drawing/2014/main" id="{5359DC48-4127-DD55-3AB9-1B0938E3CD9E}"/>
              </a:ext>
            </a:extLst>
          </p:cNvPr>
          <p:cNvSpPr/>
          <p:nvPr/>
        </p:nvSpPr>
        <p:spPr>
          <a:xfrm>
            <a:off x="601980" y="1615888"/>
            <a:ext cx="2316480" cy="616772"/>
          </a:xfrm>
          <a:prstGeom prst="rect">
            <a:avLst/>
          </a:prstGeom>
          <a:noFill/>
          <a:ln w="9525" cap="flat" cmpd="sng" algn="ctr">
            <a:solidFill>
              <a:schemeClr val="accent3">
                <a:lumMod val="75000"/>
              </a:schemeClr>
            </a:solidFill>
            <a:prstDash val="solid"/>
            <a:round/>
            <a:headEnd type="none" w="med" len="med"/>
            <a:tailEnd type="none" w="med" len="med"/>
          </a:ln>
          <a:effectLst>
            <a:glow rad="63500">
              <a:schemeClr val="accent3">
                <a:satMod val="175000"/>
                <a:alpha val="40000"/>
              </a:schemeClr>
            </a:glow>
          </a:effectLst>
        </p:spPr>
        <p:style>
          <a:lnRef idx="0">
            <a:scrgbClr r="0" g="0" b="0"/>
          </a:lnRef>
          <a:fillRef idx="0">
            <a:scrgbClr r="0" g="0" b="0"/>
          </a:fillRef>
          <a:effectRef idx="0">
            <a:scrgbClr r="0" g="0" b="0"/>
          </a:effectRef>
          <a:fontRef idx="minor">
            <a:schemeClr val="dk1"/>
          </a:fontRef>
        </p:style>
        <p:txBody>
          <a:bodyPr rtlCol="0" anchor="ctr"/>
          <a:lstStyle/>
          <a:p>
            <a:pPr algn="ctr"/>
            <a:endParaRPr lang="it-IT"/>
          </a:p>
        </p:txBody>
      </p:sp>
      <p:sp>
        <p:nvSpPr>
          <p:cNvPr id="24" name="Rettangolo 23">
            <a:extLst>
              <a:ext uri="{FF2B5EF4-FFF2-40B4-BE49-F238E27FC236}">
                <a16:creationId xmlns:a16="http://schemas.microsoft.com/office/drawing/2014/main" id="{39C63559-D1D8-3490-6ECC-0BAB8282F993}"/>
              </a:ext>
            </a:extLst>
          </p:cNvPr>
          <p:cNvSpPr/>
          <p:nvPr/>
        </p:nvSpPr>
        <p:spPr>
          <a:xfrm>
            <a:off x="601980" y="2332168"/>
            <a:ext cx="2316480" cy="616772"/>
          </a:xfrm>
          <a:prstGeom prst="rect">
            <a:avLst/>
          </a:prstGeom>
          <a:noFill/>
          <a:ln w="9525" cap="flat" cmpd="sng" algn="ctr">
            <a:solidFill>
              <a:schemeClr val="accent3">
                <a:lumMod val="75000"/>
              </a:schemeClr>
            </a:solidFill>
            <a:prstDash val="solid"/>
            <a:round/>
            <a:headEnd type="none" w="med" len="med"/>
            <a:tailEnd type="none" w="med" len="med"/>
          </a:ln>
          <a:effectLst>
            <a:glow rad="63500">
              <a:schemeClr val="accent3">
                <a:satMod val="175000"/>
                <a:alpha val="40000"/>
              </a:schemeClr>
            </a:glow>
          </a:effectLst>
        </p:spPr>
        <p:style>
          <a:lnRef idx="0">
            <a:scrgbClr r="0" g="0" b="0"/>
          </a:lnRef>
          <a:fillRef idx="0">
            <a:scrgbClr r="0" g="0" b="0"/>
          </a:fillRef>
          <a:effectRef idx="0">
            <a:scrgbClr r="0" g="0" b="0"/>
          </a:effectRef>
          <a:fontRef idx="minor">
            <a:schemeClr val="dk1"/>
          </a:fontRef>
        </p:style>
        <p:txBody>
          <a:bodyPr rtlCol="0" anchor="ctr"/>
          <a:lstStyle/>
          <a:p>
            <a:pPr algn="ctr"/>
            <a:endParaRPr lang="it-IT"/>
          </a:p>
        </p:txBody>
      </p:sp>
      <p:sp>
        <p:nvSpPr>
          <p:cNvPr id="25" name="Rettangolo 24">
            <a:extLst>
              <a:ext uri="{FF2B5EF4-FFF2-40B4-BE49-F238E27FC236}">
                <a16:creationId xmlns:a16="http://schemas.microsoft.com/office/drawing/2014/main" id="{060B07B1-8AC8-593A-F5E4-BEB340DE4F33}"/>
              </a:ext>
            </a:extLst>
          </p:cNvPr>
          <p:cNvSpPr/>
          <p:nvPr/>
        </p:nvSpPr>
        <p:spPr>
          <a:xfrm>
            <a:off x="601980" y="3048448"/>
            <a:ext cx="5044440" cy="1927412"/>
          </a:xfrm>
          <a:prstGeom prst="rect">
            <a:avLst/>
          </a:prstGeom>
          <a:noFill/>
          <a:ln w="9525" cap="flat" cmpd="sng" algn="ctr">
            <a:solidFill>
              <a:schemeClr val="bg2">
                <a:lumMod val="60000"/>
                <a:lumOff val="40000"/>
              </a:schemeClr>
            </a:solidFill>
            <a:prstDash val="solid"/>
            <a:round/>
            <a:headEnd type="none" w="med" len="med"/>
            <a:tailEnd type="none" w="med" len="med"/>
          </a:ln>
          <a:effectLst>
            <a:glow rad="63500">
              <a:schemeClr val="bg2">
                <a:lumMod val="60000"/>
                <a:lumOff val="40000"/>
                <a:alpha val="40000"/>
              </a:schemeClr>
            </a:glow>
          </a:effectLst>
        </p:spPr>
        <p:style>
          <a:lnRef idx="0">
            <a:scrgbClr r="0" g="0" b="0"/>
          </a:lnRef>
          <a:fillRef idx="0">
            <a:scrgbClr r="0" g="0" b="0"/>
          </a:fillRef>
          <a:effectRef idx="0">
            <a:scrgbClr r="0" g="0" b="0"/>
          </a:effectRef>
          <a:fontRef idx="minor">
            <a:schemeClr val="dk1"/>
          </a:fontRef>
        </p:style>
        <p:txBody>
          <a:bodyPr rtlCol="0" anchor="ctr"/>
          <a:lstStyle/>
          <a:p>
            <a:pPr algn="ctr"/>
            <a:endParaRPr lang="it-IT"/>
          </a:p>
        </p:txBody>
      </p:sp>
      <p:sp>
        <p:nvSpPr>
          <p:cNvPr id="26" name="Rettangolo 25">
            <a:extLst>
              <a:ext uri="{FF2B5EF4-FFF2-40B4-BE49-F238E27FC236}">
                <a16:creationId xmlns:a16="http://schemas.microsoft.com/office/drawing/2014/main" id="{507442A1-DCA5-615A-4057-E059EFE2A8EE}"/>
              </a:ext>
            </a:extLst>
          </p:cNvPr>
          <p:cNvSpPr/>
          <p:nvPr/>
        </p:nvSpPr>
        <p:spPr>
          <a:xfrm>
            <a:off x="601980" y="5121536"/>
            <a:ext cx="2476500" cy="761104"/>
          </a:xfrm>
          <a:prstGeom prst="rect">
            <a:avLst/>
          </a:prstGeom>
          <a:noFill/>
          <a:ln w="9525" cap="flat" cmpd="sng" algn="ctr">
            <a:solidFill>
              <a:schemeClr val="bg2">
                <a:lumMod val="60000"/>
                <a:lumOff val="40000"/>
              </a:schemeClr>
            </a:solidFill>
            <a:prstDash val="solid"/>
            <a:round/>
            <a:headEnd type="none" w="med" len="med"/>
            <a:tailEnd type="none" w="med" len="med"/>
          </a:ln>
          <a:effectLst>
            <a:glow rad="63500">
              <a:schemeClr val="bg2">
                <a:lumMod val="60000"/>
                <a:lumOff val="40000"/>
                <a:alpha val="40000"/>
              </a:schemeClr>
            </a:glow>
          </a:effectLst>
        </p:spPr>
        <p:style>
          <a:lnRef idx="0">
            <a:scrgbClr r="0" g="0" b="0"/>
          </a:lnRef>
          <a:fillRef idx="0">
            <a:scrgbClr r="0" g="0" b="0"/>
          </a:fillRef>
          <a:effectRef idx="0">
            <a:scrgbClr r="0" g="0" b="0"/>
          </a:effectRef>
          <a:fontRef idx="minor">
            <a:schemeClr val="dk1"/>
          </a:fontRef>
        </p:style>
        <p:txBody>
          <a:bodyPr rtlCol="0" anchor="ctr"/>
          <a:lstStyle/>
          <a:p>
            <a:pPr algn="ctr"/>
            <a:endParaRPr lang="it-IT"/>
          </a:p>
        </p:txBody>
      </p:sp>
      <p:sp>
        <p:nvSpPr>
          <p:cNvPr id="27" name="Rettangolo 26">
            <a:extLst>
              <a:ext uri="{FF2B5EF4-FFF2-40B4-BE49-F238E27FC236}">
                <a16:creationId xmlns:a16="http://schemas.microsoft.com/office/drawing/2014/main" id="{04133101-93DB-3D26-BE43-548293E180F1}"/>
              </a:ext>
            </a:extLst>
          </p:cNvPr>
          <p:cNvSpPr/>
          <p:nvPr/>
        </p:nvSpPr>
        <p:spPr>
          <a:xfrm>
            <a:off x="6614736" y="875850"/>
            <a:ext cx="5219123" cy="1600649"/>
          </a:xfrm>
          <a:prstGeom prst="rect">
            <a:avLst/>
          </a:prstGeom>
          <a:noFill/>
          <a:ln w="9525" cap="flat" cmpd="sng" algn="ctr">
            <a:solidFill>
              <a:schemeClr val="bg2">
                <a:lumMod val="60000"/>
                <a:lumOff val="40000"/>
              </a:schemeClr>
            </a:solidFill>
            <a:prstDash val="solid"/>
            <a:round/>
            <a:headEnd type="none" w="med" len="med"/>
            <a:tailEnd type="none" w="med" len="med"/>
          </a:ln>
          <a:effectLst>
            <a:glow rad="63500">
              <a:schemeClr val="bg2">
                <a:lumMod val="60000"/>
                <a:lumOff val="40000"/>
                <a:alpha val="40000"/>
              </a:schemeClr>
            </a:glow>
          </a:effectLst>
        </p:spPr>
        <p:style>
          <a:lnRef idx="0">
            <a:scrgbClr r="0" g="0" b="0"/>
          </a:lnRef>
          <a:fillRef idx="0">
            <a:scrgbClr r="0" g="0" b="0"/>
          </a:fillRef>
          <a:effectRef idx="0">
            <a:scrgbClr r="0" g="0" b="0"/>
          </a:effectRef>
          <a:fontRef idx="minor">
            <a:schemeClr val="dk1"/>
          </a:fontRef>
        </p:style>
        <p:txBody>
          <a:bodyPr rtlCol="0" anchor="ctr"/>
          <a:lstStyle/>
          <a:p>
            <a:pPr algn="ctr"/>
            <a:endParaRPr lang="it-IT"/>
          </a:p>
        </p:txBody>
      </p:sp>
      <p:sp>
        <p:nvSpPr>
          <p:cNvPr id="28" name="Rettangolo 27">
            <a:extLst>
              <a:ext uri="{FF2B5EF4-FFF2-40B4-BE49-F238E27FC236}">
                <a16:creationId xmlns:a16="http://schemas.microsoft.com/office/drawing/2014/main" id="{48413C4D-7C9A-CDDA-A8FF-9E2DC30709E7}"/>
              </a:ext>
            </a:extLst>
          </p:cNvPr>
          <p:cNvSpPr/>
          <p:nvPr/>
        </p:nvSpPr>
        <p:spPr>
          <a:xfrm>
            <a:off x="6614736" y="3848770"/>
            <a:ext cx="4975283" cy="2033870"/>
          </a:xfrm>
          <a:prstGeom prst="rect">
            <a:avLst/>
          </a:prstGeom>
          <a:noFill/>
          <a:ln w="9525" cap="flat" cmpd="sng" algn="ctr">
            <a:solidFill>
              <a:schemeClr val="bg2">
                <a:lumMod val="60000"/>
                <a:lumOff val="40000"/>
              </a:schemeClr>
            </a:solidFill>
            <a:prstDash val="solid"/>
            <a:round/>
            <a:headEnd type="none" w="med" len="med"/>
            <a:tailEnd type="none" w="med" len="med"/>
          </a:ln>
          <a:effectLst>
            <a:glow rad="63500">
              <a:schemeClr val="bg2">
                <a:lumMod val="60000"/>
                <a:lumOff val="40000"/>
                <a:alpha val="40000"/>
              </a:schemeClr>
            </a:glow>
          </a:effectLst>
        </p:spPr>
        <p:style>
          <a:lnRef idx="0">
            <a:scrgbClr r="0" g="0" b="0"/>
          </a:lnRef>
          <a:fillRef idx="0">
            <a:scrgbClr r="0" g="0" b="0"/>
          </a:fillRef>
          <a:effectRef idx="0">
            <a:scrgbClr r="0" g="0" b="0"/>
          </a:effectRef>
          <a:fontRef idx="minor">
            <a:schemeClr val="dk1"/>
          </a:fontRef>
        </p:style>
        <p:txBody>
          <a:bodyPr rtlCol="0" anchor="ctr"/>
          <a:lstStyle/>
          <a:p>
            <a:pPr algn="ctr"/>
            <a:endParaRPr lang="it-IT"/>
          </a:p>
        </p:txBody>
      </p:sp>
      <p:cxnSp>
        <p:nvCxnSpPr>
          <p:cNvPr id="31" name="Connettore diritto 30">
            <a:extLst>
              <a:ext uri="{FF2B5EF4-FFF2-40B4-BE49-F238E27FC236}">
                <a16:creationId xmlns:a16="http://schemas.microsoft.com/office/drawing/2014/main" id="{E1407F9C-C389-CCA5-FD33-DD25E0373CD0}"/>
              </a:ext>
            </a:extLst>
          </p:cNvPr>
          <p:cNvCxnSpPr/>
          <p:nvPr/>
        </p:nvCxnSpPr>
        <p:spPr>
          <a:xfrm>
            <a:off x="674370" y="3208020"/>
            <a:ext cx="1272540" cy="0"/>
          </a:xfrm>
          <a:prstGeom prst="line">
            <a:avLst/>
          </a:prstGeom>
          <a:ln w="12700">
            <a:solidFill>
              <a:schemeClr val="bg1">
                <a:lumMod val="75000"/>
              </a:schemeClr>
            </a:solidFill>
          </a:ln>
          <a:effectLst>
            <a:glow rad="63500">
              <a:schemeClr val="accent2">
                <a:satMod val="175000"/>
                <a:alpha val="40000"/>
              </a:schemeClr>
            </a:glow>
          </a:effectLst>
        </p:spPr>
        <p:style>
          <a:lnRef idx="1">
            <a:schemeClr val="accent1"/>
          </a:lnRef>
          <a:fillRef idx="0">
            <a:schemeClr val="accent1"/>
          </a:fillRef>
          <a:effectRef idx="0">
            <a:schemeClr val="accent1"/>
          </a:effectRef>
          <a:fontRef idx="minor">
            <a:schemeClr val="tx1"/>
          </a:fontRef>
        </p:style>
      </p:cxnSp>
      <p:cxnSp>
        <p:nvCxnSpPr>
          <p:cNvPr id="32" name="Connettore diritto 31">
            <a:extLst>
              <a:ext uri="{FF2B5EF4-FFF2-40B4-BE49-F238E27FC236}">
                <a16:creationId xmlns:a16="http://schemas.microsoft.com/office/drawing/2014/main" id="{5ABD5550-75B0-965F-C9D5-C9EBC902D3BF}"/>
              </a:ext>
            </a:extLst>
          </p:cNvPr>
          <p:cNvCxnSpPr>
            <a:cxnSpLocks/>
          </p:cNvCxnSpPr>
          <p:nvPr/>
        </p:nvCxnSpPr>
        <p:spPr>
          <a:xfrm>
            <a:off x="674370" y="5257800"/>
            <a:ext cx="636270" cy="0"/>
          </a:xfrm>
          <a:prstGeom prst="line">
            <a:avLst/>
          </a:prstGeom>
          <a:ln w="12700">
            <a:solidFill>
              <a:schemeClr val="bg1">
                <a:lumMod val="75000"/>
              </a:schemeClr>
            </a:solidFill>
          </a:ln>
          <a:effectLst>
            <a:glow rad="63500">
              <a:schemeClr val="accent2">
                <a:satMod val="175000"/>
                <a:alpha val="40000"/>
              </a:schemeClr>
            </a:glow>
          </a:effectLst>
        </p:spPr>
        <p:style>
          <a:lnRef idx="1">
            <a:schemeClr val="accent1"/>
          </a:lnRef>
          <a:fillRef idx="0">
            <a:schemeClr val="accent1"/>
          </a:fillRef>
          <a:effectRef idx="0">
            <a:schemeClr val="accent1"/>
          </a:effectRef>
          <a:fontRef idx="minor">
            <a:schemeClr val="tx1"/>
          </a:fontRef>
        </p:style>
      </p:cxnSp>
      <p:cxnSp>
        <p:nvCxnSpPr>
          <p:cNvPr id="34" name="Connettore diritto 33">
            <a:extLst>
              <a:ext uri="{FF2B5EF4-FFF2-40B4-BE49-F238E27FC236}">
                <a16:creationId xmlns:a16="http://schemas.microsoft.com/office/drawing/2014/main" id="{971D9BB2-10F2-B280-A324-56D13204CC3D}"/>
              </a:ext>
            </a:extLst>
          </p:cNvPr>
          <p:cNvCxnSpPr>
            <a:cxnSpLocks/>
          </p:cNvCxnSpPr>
          <p:nvPr/>
        </p:nvCxnSpPr>
        <p:spPr>
          <a:xfrm>
            <a:off x="6744452" y="1036320"/>
            <a:ext cx="636270" cy="0"/>
          </a:xfrm>
          <a:prstGeom prst="line">
            <a:avLst/>
          </a:prstGeom>
          <a:ln w="12700">
            <a:solidFill>
              <a:schemeClr val="bg1">
                <a:lumMod val="75000"/>
              </a:schemeClr>
            </a:solidFill>
          </a:ln>
          <a:effectLst>
            <a:glow rad="63500">
              <a:schemeClr val="accent2">
                <a:satMod val="175000"/>
                <a:alpha val="40000"/>
              </a:schemeClr>
            </a:glow>
          </a:effectLst>
        </p:spPr>
        <p:style>
          <a:lnRef idx="1">
            <a:schemeClr val="accent1"/>
          </a:lnRef>
          <a:fillRef idx="0">
            <a:schemeClr val="accent1"/>
          </a:fillRef>
          <a:effectRef idx="0">
            <a:schemeClr val="accent1"/>
          </a:effectRef>
          <a:fontRef idx="minor">
            <a:schemeClr val="tx1"/>
          </a:fontRef>
        </p:style>
      </p:cxnSp>
      <p:cxnSp>
        <p:nvCxnSpPr>
          <p:cNvPr id="35" name="Connettore diritto 34">
            <a:extLst>
              <a:ext uri="{FF2B5EF4-FFF2-40B4-BE49-F238E27FC236}">
                <a16:creationId xmlns:a16="http://schemas.microsoft.com/office/drawing/2014/main" id="{8BF9AC09-58A8-8373-DFAF-C4673B100392}"/>
              </a:ext>
            </a:extLst>
          </p:cNvPr>
          <p:cNvCxnSpPr>
            <a:cxnSpLocks/>
          </p:cNvCxnSpPr>
          <p:nvPr/>
        </p:nvCxnSpPr>
        <p:spPr>
          <a:xfrm>
            <a:off x="6744452" y="4012154"/>
            <a:ext cx="1751848" cy="0"/>
          </a:xfrm>
          <a:prstGeom prst="line">
            <a:avLst/>
          </a:prstGeom>
          <a:ln w="12700">
            <a:solidFill>
              <a:schemeClr val="bg1">
                <a:lumMod val="75000"/>
              </a:schemeClr>
            </a:solidFill>
          </a:ln>
          <a:effectLst>
            <a:glow rad="63500">
              <a:schemeClr val="accent2">
                <a:satMod val="175000"/>
                <a:alpha val="40000"/>
              </a:schemeClr>
            </a:glo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693738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fade">
                                      <p:cBhvr>
                                        <p:cTn id="12" dur="500"/>
                                        <p:tgtEl>
                                          <p:spTgt spid="2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fade">
                                      <p:cBhvr>
                                        <p:cTn id="17" dur="500"/>
                                        <p:tgtEl>
                                          <p:spTgt spid="2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fade">
                                      <p:cBhvr>
                                        <p:cTn id="22" dur="500"/>
                                        <p:tgtEl>
                                          <p:spTgt spid="25"/>
                                        </p:tgtEl>
                                      </p:cBhvr>
                                    </p:animEffect>
                                  </p:childTnLst>
                                </p:cTn>
                              </p:par>
                            </p:childTnLst>
                          </p:cTn>
                        </p:par>
                        <p:par>
                          <p:cTn id="23" fill="hold">
                            <p:stCondLst>
                              <p:cond delay="500"/>
                            </p:stCondLst>
                            <p:childTnLst>
                              <p:par>
                                <p:cTn id="24" presetID="22" presetClass="entr" presetSubtype="8" fill="hold" nodeType="afterEffect">
                                  <p:stCondLst>
                                    <p:cond delay="0"/>
                                  </p:stCondLst>
                                  <p:childTnLst>
                                    <p:set>
                                      <p:cBhvr>
                                        <p:cTn id="25" dur="1" fill="hold">
                                          <p:stCondLst>
                                            <p:cond delay="0"/>
                                          </p:stCondLst>
                                        </p:cTn>
                                        <p:tgtEl>
                                          <p:spTgt spid="31"/>
                                        </p:tgtEl>
                                        <p:attrNameLst>
                                          <p:attrName>style.visibility</p:attrName>
                                        </p:attrNameLst>
                                      </p:cBhvr>
                                      <p:to>
                                        <p:strVal val="visible"/>
                                      </p:to>
                                    </p:set>
                                    <p:animEffect transition="in" filter="wipe(left)">
                                      <p:cBhvr>
                                        <p:cTn id="26" dur="500"/>
                                        <p:tgtEl>
                                          <p:spTgt spid="31"/>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fade">
                                      <p:cBhvr>
                                        <p:cTn id="31" dur="500"/>
                                        <p:tgtEl>
                                          <p:spTgt spid="26"/>
                                        </p:tgtEl>
                                      </p:cBhvr>
                                    </p:animEffect>
                                  </p:childTnLst>
                                </p:cTn>
                              </p:par>
                            </p:childTnLst>
                          </p:cTn>
                        </p:par>
                        <p:par>
                          <p:cTn id="32" fill="hold">
                            <p:stCondLst>
                              <p:cond delay="500"/>
                            </p:stCondLst>
                            <p:childTnLst>
                              <p:par>
                                <p:cTn id="33" presetID="22" presetClass="entr" presetSubtype="8" fill="hold" nodeType="afterEffect">
                                  <p:stCondLst>
                                    <p:cond delay="0"/>
                                  </p:stCondLst>
                                  <p:childTnLst>
                                    <p:set>
                                      <p:cBhvr>
                                        <p:cTn id="34" dur="1" fill="hold">
                                          <p:stCondLst>
                                            <p:cond delay="0"/>
                                          </p:stCondLst>
                                        </p:cTn>
                                        <p:tgtEl>
                                          <p:spTgt spid="32"/>
                                        </p:tgtEl>
                                        <p:attrNameLst>
                                          <p:attrName>style.visibility</p:attrName>
                                        </p:attrNameLst>
                                      </p:cBhvr>
                                      <p:to>
                                        <p:strVal val="visible"/>
                                      </p:to>
                                    </p:set>
                                    <p:animEffect transition="in" filter="wipe(left)">
                                      <p:cBhvr>
                                        <p:cTn id="35" dur="500"/>
                                        <p:tgtEl>
                                          <p:spTgt spid="32"/>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27"/>
                                        </p:tgtEl>
                                        <p:attrNameLst>
                                          <p:attrName>style.visibility</p:attrName>
                                        </p:attrNameLst>
                                      </p:cBhvr>
                                      <p:to>
                                        <p:strVal val="visible"/>
                                      </p:to>
                                    </p:set>
                                    <p:animEffect transition="in" filter="fade">
                                      <p:cBhvr>
                                        <p:cTn id="40" dur="500"/>
                                        <p:tgtEl>
                                          <p:spTgt spid="27"/>
                                        </p:tgtEl>
                                      </p:cBhvr>
                                    </p:animEffect>
                                  </p:childTnLst>
                                </p:cTn>
                              </p:par>
                            </p:childTnLst>
                          </p:cTn>
                        </p:par>
                        <p:par>
                          <p:cTn id="41" fill="hold">
                            <p:stCondLst>
                              <p:cond delay="500"/>
                            </p:stCondLst>
                            <p:childTnLst>
                              <p:par>
                                <p:cTn id="42" presetID="22" presetClass="entr" presetSubtype="8" fill="hold" nodeType="afterEffect">
                                  <p:stCondLst>
                                    <p:cond delay="0"/>
                                  </p:stCondLst>
                                  <p:childTnLst>
                                    <p:set>
                                      <p:cBhvr>
                                        <p:cTn id="43" dur="1" fill="hold">
                                          <p:stCondLst>
                                            <p:cond delay="0"/>
                                          </p:stCondLst>
                                        </p:cTn>
                                        <p:tgtEl>
                                          <p:spTgt spid="34"/>
                                        </p:tgtEl>
                                        <p:attrNameLst>
                                          <p:attrName>style.visibility</p:attrName>
                                        </p:attrNameLst>
                                      </p:cBhvr>
                                      <p:to>
                                        <p:strVal val="visible"/>
                                      </p:to>
                                    </p:set>
                                    <p:animEffect transition="in" filter="wipe(left)">
                                      <p:cBhvr>
                                        <p:cTn id="44" dur="500"/>
                                        <p:tgtEl>
                                          <p:spTgt spid="34"/>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28"/>
                                        </p:tgtEl>
                                        <p:attrNameLst>
                                          <p:attrName>style.visibility</p:attrName>
                                        </p:attrNameLst>
                                      </p:cBhvr>
                                      <p:to>
                                        <p:strVal val="visible"/>
                                      </p:to>
                                    </p:set>
                                    <p:animEffect transition="in" filter="fade">
                                      <p:cBhvr>
                                        <p:cTn id="49" dur="500"/>
                                        <p:tgtEl>
                                          <p:spTgt spid="28"/>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nodeType="clickEffect">
                                  <p:stCondLst>
                                    <p:cond delay="0"/>
                                  </p:stCondLst>
                                  <p:childTnLst>
                                    <p:set>
                                      <p:cBhvr>
                                        <p:cTn id="53" dur="1" fill="hold">
                                          <p:stCondLst>
                                            <p:cond delay="0"/>
                                          </p:stCondLst>
                                        </p:cTn>
                                        <p:tgtEl>
                                          <p:spTgt spid="35"/>
                                        </p:tgtEl>
                                        <p:attrNameLst>
                                          <p:attrName>style.visibility</p:attrName>
                                        </p:attrNameLst>
                                      </p:cBhvr>
                                      <p:to>
                                        <p:strVal val="visible"/>
                                      </p:to>
                                    </p:set>
                                    <p:animEffect transition="in" filter="wipe(left)">
                                      <p:cBhvr>
                                        <p:cTn id="54"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4" grpId="0" animBg="1"/>
      <p:bldP spid="25" grpId="0" animBg="1"/>
      <p:bldP spid="26" grpId="0" animBg="1"/>
      <p:bldP spid="27" grpId="0" animBg="1"/>
      <p:bldP spid="2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4A8D4D-F062-855A-2E0E-0FCBB09A47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610F97-6485-FFA2-FA9B-E9ACC7D20852}"/>
              </a:ext>
            </a:extLst>
          </p:cNvPr>
          <p:cNvSpPr>
            <a:spLocks noGrp="1"/>
          </p:cNvSpPr>
          <p:nvPr>
            <p:ph type="title"/>
          </p:nvPr>
        </p:nvSpPr>
        <p:spPr>
          <a:xfrm>
            <a:off x="1144588" y="174625"/>
            <a:ext cx="9905999" cy="1905000"/>
          </a:xfrm>
        </p:spPr>
        <p:txBody>
          <a:bodyPr/>
          <a:lstStyle/>
          <a:p>
            <a:r>
              <a:rPr lang="it-IT"/>
              <a:t>Hardware instrumentation used </a:t>
            </a:r>
            <a:r>
              <a:rPr lang="it-IT" i="1"/>
              <a:t>(II)</a:t>
            </a:r>
            <a:endParaRPr lang="en-GB"/>
          </a:p>
        </p:txBody>
      </p:sp>
      <p:sp>
        <p:nvSpPr>
          <p:cNvPr id="3" name="Text Placeholder 2">
            <a:extLst>
              <a:ext uri="{FF2B5EF4-FFF2-40B4-BE49-F238E27FC236}">
                <a16:creationId xmlns:a16="http://schemas.microsoft.com/office/drawing/2014/main" id="{87739248-7C74-E77B-7C20-AB37A93E5ED3}"/>
              </a:ext>
            </a:extLst>
          </p:cNvPr>
          <p:cNvSpPr>
            <a:spLocks noGrp="1"/>
          </p:cNvSpPr>
          <p:nvPr>
            <p:ph type="body" idx="1"/>
          </p:nvPr>
        </p:nvSpPr>
        <p:spPr/>
        <p:txBody>
          <a:bodyPr/>
          <a:lstStyle/>
          <a:p>
            <a:pPr algn="ctr"/>
            <a:r>
              <a:rPr lang="it-IT" sz="1600" b="1" dirty="0" err="1"/>
              <a:t>Signal</a:t>
            </a:r>
            <a:r>
              <a:rPr lang="it-IT" sz="1600" b="1" dirty="0"/>
              <a:t> </a:t>
            </a:r>
            <a:r>
              <a:rPr lang="it-IT" sz="1600" b="1" dirty="0" err="1"/>
              <a:t>conditioning</a:t>
            </a:r>
            <a:r>
              <a:rPr lang="it-IT" sz="1600" b="1" dirty="0"/>
              <a:t> </a:t>
            </a:r>
            <a:r>
              <a:rPr lang="it-IT" sz="1600" b="1" dirty="0" err="1"/>
              <a:t>circuit</a:t>
            </a:r>
            <a:endParaRPr lang="en-GB" sz="1600" b="1" dirty="0"/>
          </a:p>
        </p:txBody>
      </p:sp>
      <p:pic>
        <p:nvPicPr>
          <p:cNvPr id="16" name="Picture Placeholder 15">
            <a:extLst>
              <a:ext uri="{FF2B5EF4-FFF2-40B4-BE49-F238E27FC236}">
                <a16:creationId xmlns:a16="http://schemas.microsoft.com/office/drawing/2014/main" id="{C57F2E41-E8F7-B145-03A0-9DC1C49FF7AA}"/>
              </a:ext>
            </a:extLst>
          </p:cNvPr>
          <p:cNvPicPr>
            <a:picLocks noGrp="1" noChangeAspect="1"/>
          </p:cNvPicPr>
          <p:nvPr>
            <p:ph type="pic" idx="15"/>
          </p:nvPr>
        </p:nvPicPr>
        <p:blipFill>
          <a:blip r:embed="rId3"/>
          <a:srcRect t="2918" b="2918"/>
          <a:stretch/>
        </p:blipFill>
        <p:spPr>
          <a:xfrm>
            <a:off x="1141413" y="2143125"/>
            <a:ext cx="3195240" cy="2261470"/>
          </a:xfrm>
        </p:spPr>
      </p:pic>
      <p:sp>
        <p:nvSpPr>
          <p:cNvPr id="5" name="Text Placeholder 4">
            <a:extLst>
              <a:ext uri="{FF2B5EF4-FFF2-40B4-BE49-F238E27FC236}">
                <a16:creationId xmlns:a16="http://schemas.microsoft.com/office/drawing/2014/main" id="{C94CD04F-8427-C860-78E7-3E1043C4AE76}"/>
              </a:ext>
            </a:extLst>
          </p:cNvPr>
          <p:cNvSpPr>
            <a:spLocks noGrp="1"/>
          </p:cNvSpPr>
          <p:nvPr>
            <p:ph type="body" sz="half" idx="18"/>
          </p:nvPr>
        </p:nvSpPr>
        <p:spPr/>
        <p:txBody>
          <a:bodyPr>
            <a:normAutofit fontScale="92500"/>
          </a:bodyPr>
          <a:lstStyle/>
          <a:p>
            <a:r>
              <a:rPr lang="en-GB"/>
              <a:t>The signal conditioning circuit was specifically engineered to amplify the output signals from the analog sensor under calibration</a:t>
            </a:r>
          </a:p>
        </p:txBody>
      </p:sp>
      <p:sp>
        <p:nvSpPr>
          <p:cNvPr id="6" name="Text Placeholder 5">
            <a:extLst>
              <a:ext uri="{FF2B5EF4-FFF2-40B4-BE49-F238E27FC236}">
                <a16:creationId xmlns:a16="http://schemas.microsoft.com/office/drawing/2014/main" id="{D086E2BB-DDE7-FA56-F125-F10A3D3C1CE5}"/>
              </a:ext>
            </a:extLst>
          </p:cNvPr>
          <p:cNvSpPr>
            <a:spLocks noGrp="1"/>
          </p:cNvSpPr>
          <p:nvPr>
            <p:ph type="body" sz="quarter" idx="3"/>
          </p:nvPr>
        </p:nvSpPr>
        <p:spPr/>
        <p:txBody>
          <a:bodyPr/>
          <a:lstStyle/>
          <a:p>
            <a:pPr algn="ctr"/>
            <a:r>
              <a:rPr lang="it-IT"/>
              <a:t>Tti, ql355tp</a:t>
            </a:r>
            <a:endParaRPr lang="en-GB"/>
          </a:p>
        </p:txBody>
      </p:sp>
      <p:pic>
        <p:nvPicPr>
          <p:cNvPr id="18" name="Picture Placeholder 17">
            <a:extLst>
              <a:ext uri="{FF2B5EF4-FFF2-40B4-BE49-F238E27FC236}">
                <a16:creationId xmlns:a16="http://schemas.microsoft.com/office/drawing/2014/main" id="{85E77953-F188-6033-786D-E9880BCA8CE4}"/>
              </a:ext>
            </a:extLst>
          </p:cNvPr>
          <p:cNvPicPr>
            <a:picLocks noGrp="1" noChangeAspect="1"/>
          </p:cNvPicPr>
          <p:nvPr>
            <p:ph type="pic" idx="21"/>
          </p:nvPr>
        </p:nvPicPr>
        <p:blipFill>
          <a:blip r:embed="rId4"/>
          <a:srcRect l="3814" r="3814"/>
          <a:stretch/>
        </p:blipFill>
        <p:spPr>
          <a:xfrm>
            <a:off x="4986324" y="2164199"/>
            <a:ext cx="2668807" cy="2169394"/>
          </a:xfrm>
        </p:spPr>
      </p:pic>
      <p:sp>
        <p:nvSpPr>
          <p:cNvPr id="8" name="Text Placeholder 7">
            <a:extLst>
              <a:ext uri="{FF2B5EF4-FFF2-40B4-BE49-F238E27FC236}">
                <a16:creationId xmlns:a16="http://schemas.microsoft.com/office/drawing/2014/main" id="{D3341603-1754-86F5-03FA-E58B7343B7F1}"/>
              </a:ext>
            </a:extLst>
          </p:cNvPr>
          <p:cNvSpPr>
            <a:spLocks noGrp="1"/>
          </p:cNvSpPr>
          <p:nvPr>
            <p:ph type="body" sz="half" idx="19"/>
          </p:nvPr>
        </p:nvSpPr>
        <p:spPr/>
        <p:txBody>
          <a:bodyPr>
            <a:normAutofit lnSpcReduction="10000"/>
          </a:bodyPr>
          <a:lstStyle/>
          <a:p>
            <a:r>
              <a:rPr lang="en-GB"/>
              <a:t>Its purpose is to power the conditioning circuit’s differential amplifier and analog flow rate sensor.</a:t>
            </a:r>
          </a:p>
        </p:txBody>
      </p:sp>
      <p:sp>
        <p:nvSpPr>
          <p:cNvPr id="9" name="Text Placeholder 8">
            <a:extLst>
              <a:ext uri="{FF2B5EF4-FFF2-40B4-BE49-F238E27FC236}">
                <a16:creationId xmlns:a16="http://schemas.microsoft.com/office/drawing/2014/main" id="{D5797784-32C1-B366-6C1F-0BA61F428100}"/>
              </a:ext>
            </a:extLst>
          </p:cNvPr>
          <p:cNvSpPr>
            <a:spLocks noGrp="1"/>
          </p:cNvSpPr>
          <p:nvPr>
            <p:ph type="body" sz="quarter" idx="13"/>
          </p:nvPr>
        </p:nvSpPr>
        <p:spPr>
          <a:xfrm>
            <a:off x="7856669" y="4372127"/>
            <a:ext cx="3190741" cy="576262"/>
          </a:xfrm>
        </p:spPr>
        <p:txBody>
          <a:bodyPr/>
          <a:lstStyle/>
          <a:p>
            <a:pPr algn="ctr"/>
            <a:r>
              <a:rPr lang="fr-FR"/>
              <a:t>USB-6008 DAQ</a:t>
            </a:r>
            <a:endParaRPr lang="en-GB"/>
          </a:p>
        </p:txBody>
      </p:sp>
      <p:pic>
        <p:nvPicPr>
          <p:cNvPr id="20" name="Picture Placeholder 19">
            <a:extLst>
              <a:ext uri="{FF2B5EF4-FFF2-40B4-BE49-F238E27FC236}">
                <a16:creationId xmlns:a16="http://schemas.microsoft.com/office/drawing/2014/main" id="{AC828B67-D9B7-19C5-03A2-D7C09973DDDC}"/>
              </a:ext>
            </a:extLst>
          </p:cNvPr>
          <p:cNvPicPr>
            <a:picLocks noGrp="1" noChangeAspect="1"/>
          </p:cNvPicPr>
          <p:nvPr>
            <p:ph type="pic" idx="22"/>
          </p:nvPr>
        </p:nvPicPr>
        <p:blipFill>
          <a:blip r:embed="rId5"/>
          <a:srcRect t="6752" b="-575"/>
          <a:stretch>
            <a:fillRect/>
          </a:stretch>
        </p:blipFill>
        <p:spPr>
          <a:xfrm>
            <a:off x="8304803" y="2116137"/>
            <a:ext cx="2479084" cy="2251945"/>
          </a:xfrm>
        </p:spPr>
      </p:pic>
      <p:sp>
        <p:nvSpPr>
          <p:cNvPr id="11" name="Text Placeholder 10">
            <a:extLst>
              <a:ext uri="{FF2B5EF4-FFF2-40B4-BE49-F238E27FC236}">
                <a16:creationId xmlns:a16="http://schemas.microsoft.com/office/drawing/2014/main" id="{53E05E48-9C67-8672-F7B3-F4D2D6FB9352}"/>
              </a:ext>
            </a:extLst>
          </p:cNvPr>
          <p:cNvSpPr>
            <a:spLocks noGrp="1"/>
          </p:cNvSpPr>
          <p:nvPr>
            <p:ph type="body" sz="half" idx="20"/>
          </p:nvPr>
        </p:nvSpPr>
        <p:spPr/>
        <p:txBody>
          <a:bodyPr>
            <a:normAutofit lnSpcReduction="10000"/>
          </a:bodyPr>
          <a:lstStyle/>
          <a:p>
            <a:r>
              <a:rPr lang="en-GB"/>
              <a:t>It is responsible for digitizing the analog signals provided by the conditioning circuit.</a:t>
            </a:r>
          </a:p>
        </p:txBody>
      </p:sp>
      <p:sp>
        <p:nvSpPr>
          <p:cNvPr id="4" name="Slide Number Placeholder 5">
            <a:extLst>
              <a:ext uri="{FF2B5EF4-FFF2-40B4-BE49-F238E27FC236}">
                <a16:creationId xmlns:a16="http://schemas.microsoft.com/office/drawing/2014/main" id="{79D03B38-85DE-3B68-6E74-58B9131AA964}"/>
              </a:ext>
            </a:extLst>
          </p:cNvPr>
          <p:cNvSpPr txBox="1">
            <a:spLocks/>
          </p:cNvSpPr>
          <p:nvPr/>
        </p:nvSpPr>
        <p:spPr>
          <a:xfrm>
            <a:off x="11821933" y="6375596"/>
            <a:ext cx="276933" cy="302601"/>
          </a:xfrm>
          <a:prstGeom prst="rect">
            <a:avLst/>
          </a:prstGeom>
        </p:spPr>
        <p:txBody>
          <a:bodyPr rtlCol="0"/>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39607A7-8386-47DB-8578-DDEDD194E5D4}" type="slidenum">
              <a:rPr lang="en-GB" sz="1050" b="1" smtClean="0"/>
              <a:pPr/>
              <a:t>7</a:t>
            </a:fld>
            <a:endParaRPr lang="en-GB" sz="1050" b="1" dirty="0"/>
          </a:p>
        </p:txBody>
      </p:sp>
      <p:sp>
        <p:nvSpPr>
          <p:cNvPr id="7" name="Footer Placeholder 12">
            <a:extLst>
              <a:ext uri="{FF2B5EF4-FFF2-40B4-BE49-F238E27FC236}">
                <a16:creationId xmlns:a16="http://schemas.microsoft.com/office/drawing/2014/main" id="{EC181FEA-BA89-5253-9A7E-F5A372810906}"/>
              </a:ext>
            </a:extLst>
          </p:cNvPr>
          <p:cNvSpPr txBox="1">
            <a:spLocks/>
          </p:cNvSpPr>
          <p:nvPr/>
        </p:nvSpPr>
        <p:spPr>
          <a:xfrm>
            <a:off x="1141413" y="6340037"/>
            <a:ext cx="6239309" cy="365125"/>
          </a:xfrm>
          <a:prstGeom prst="rect">
            <a:avLst/>
          </a:prstGeom>
        </p:spPr>
        <p:txBody>
          <a:bodyPr vert="horz" lIns="91440" tIns="45720" rIns="91440" bIns="45720" rtlCol="0" anchor="ctr"/>
          <a:lstStyle>
            <a:defPPr>
              <a:defRPr lang="en-US"/>
            </a:defPPr>
            <a:lvl1pPr marL="0" algn="l" defTabSz="457200" rtl="0" eaLnBrk="1" latinLnBrk="0" hangingPunct="1">
              <a:defRPr sz="1050" kern="1200" cap="all" baseline="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914400">
              <a:spcAft>
                <a:spcPts val="600"/>
              </a:spcAft>
            </a:pPr>
            <a:r>
              <a:rPr lang="en-GB"/>
              <a:t>Flow Transducer Calibration project</a:t>
            </a:r>
            <a:endParaRPr lang="en-US" dirty="0"/>
          </a:p>
        </p:txBody>
      </p:sp>
      <p:sp>
        <p:nvSpPr>
          <p:cNvPr id="10" name="Date Placeholder 11">
            <a:extLst>
              <a:ext uri="{FF2B5EF4-FFF2-40B4-BE49-F238E27FC236}">
                <a16:creationId xmlns:a16="http://schemas.microsoft.com/office/drawing/2014/main" id="{E88C60BC-0243-9664-7D0F-49B3402AD594}"/>
              </a:ext>
            </a:extLst>
          </p:cNvPr>
          <p:cNvSpPr>
            <a:spLocks noGrp="1"/>
          </p:cNvSpPr>
          <p:nvPr>
            <p:ph type="dt" sz="half" idx="10"/>
          </p:nvPr>
        </p:nvSpPr>
        <p:spPr>
          <a:xfrm>
            <a:off x="8076336" y="6400265"/>
            <a:ext cx="2966971" cy="365125"/>
          </a:xfrm>
        </p:spPr>
        <p:txBody>
          <a:bodyPr/>
          <a:lstStyle/>
          <a:p>
            <a:r>
              <a:rPr lang="en-GB" dirty="0"/>
              <a:t>Measurement for automation and industrial production, </a:t>
            </a:r>
            <a:r>
              <a:rPr lang="en-GB" dirty="0" err="1"/>
              <a:t>a.y</a:t>
            </a:r>
            <a:r>
              <a:rPr lang="en-GB" dirty="0"/>
              <a:t>. 2024-2025</a:t>
            </a:r>
          </a:p>
        </p:txBody>
      </p:sp>
    </p:spTree>
    <p:extLst>
      <p:ext uri="{BB962C8B-B14F-4D97-AF65-F5344CB8AC3E}">
        <p14:creationId xmlns:p14="http://schemas.microsoft.com/office/powerpoint/2010/main" val="16200487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65AD1D1-165D-489B-BAFD-8D772D120F43}"/>
              </a:ext>
            </a:extLst>
          </p:cNvPr>
          <p:cNvSpPr>
            <a:spLocks noGrp="1"/>
          </p:cNvSpPr>
          <p:nvPr>
            <p:ph type="title"/>
          </p:nvPr>
        </p:nvSpPr>
        <p:spPr>
          <a:xfrm>
            <a:off x="1225550" y="86669"/>
            <a:ext cx="10026650" cy="910310"/>
          </a:xfrm>
        </p:spPr>
        <p:txBody>
          <a:bodyPr rtlCol="0"/>
          <a:lstStyle/>
          <a:p>
            <a:pPr rtl="0"/>
            <a:r>
              <a:rPr lang="en-GB"/>
              <a:t>Flow RATE </a:t>
            </a:r>
            <a:r>
              <a:rPr lang="en-GB" dirty="0"/>
              <a:t>transducers</a:t>
            </a:r>
          </a:p>
        </p:txBody>
      </p:sp>
      <p:pic>
        <p:nvPicPr>
          <p:cNvPr id="9" name="Content Placeholder 8">
            <a:extLst>
              <a:ext uri="{FF2B5EF4-FFF2-40B4-BE49-F238E27FC236}">
                <a16:creationId xmlns:a16="http://schemas.microsoft.com/office/drawing/2014/main" id="{5EBF45F9-7BE2-C2B1-9150-15C772BC8A3B}"/>
              </a:ext>
            </a:extLst>
          </p:cNvPr>
          <p:cNvPicPr>
            <a:picLocks noGrp="1" noChangeAspect="1"/>
          </p:cNvPicPr>
          <p:nvPr>
            <p:ph sz="quarter" idx="13"/>
          </p:nvPr>
        </p:nvPicPr>
        <p:blipFill>
          <a:blip r:embed="rId3"/>
          <a:srcRect t="12368"/>
          <a:stretch>
            <a:fillRect/>
          </a:stretch>
        </p:blipFill>
        <p:spPr>
          <a:xfrm>
            <a:off x="7312194" y="3981254"/>
            <a:ext cx="3524657" cy="1877448"/>
          </a:xfrm>
        </p:spPr>
      </p:pic>
      <p:pic>
        <p:nvPicPr>
          <p:cNvPr id="11" name="Picture 10">
            <a:extLst>
              <a:ext uri="{FF2B5EF4-FFF2-40B4-BE49-F238E27FC236}">
                <a16:creationId xmlns:a16="http://schemas.microsoft.com/office/drawing/2014/main" id="{7C779CB5-7010-12FC-C890-D3DE12982AB0}"/>
              </a:ext>
            </a:extLst>
          </p:cNvPr>
          <p:cNvPicPr>
            <a:picLocks noChangeAspect="1"/>
          </p:cNvPicPr>
          <p:nvPr/>
        </p:nvPicPr>
        <p:blipFill>
          <a:blip r:embed="rId4"/>
          <a:srcRect t="21208"/>
          <a:stretch>
            <a:fillRect/>
          </a:stretch>
        </p:blipFill>
        <p:spPr>
          <a:xfrm>
            <a:off x="1513099" y="4253308"/>
            <a:ext cx="3884605" cy="1692782"/>
          </a:xfrm>
          <a:prstGeom prst="rect">
            <a:avLst/>
          </a:prstGeom>
        </p:spPr>
      </p:pic>
      <p:pic>
        <p:nvPicPr>
          <p:cNvPr id="15" name="Picture 14" descr="A close-up of a blue circuit board&#10;&#10;AI-generated content may be incorrect.">
            <a:extLst>
              <a:ext uri="{FF2B5EF4-FFF2-40B4-BE49-F238E27FC236}">
                <a16:creationId xmlns:a16="http://schemas.microsoft.com/office/drawing/2014/main" id="{D5C2EFC0-D6BA-E081-572B-18437DE4B02A}"/>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0000" b="90000" l="6713" r="91667">
                        <a14:foregroundMark x1="6713" y1="31786" x2="6713" y2="31786"/>
                        <a14:foregroundMark x1="91667" y1="31429" x2="91667" y2="31429"/>
                        <a14:foregroundMark x1="37731" y1="82857" x2="37731" y2="82857"/>
                        <a14:foregroundMark x1="37963" y1="86429" x2="37963" y2="86429"/>
                        <a14:foregroundMark x1="37963" y1="88929" x2="37963" y2="88929"/>
                        <a14:foregroundMark x1="42130" y1="85000" x2="42130" y2="85000"/>
                        <a14:foregroundMark x1="45833" y1="83571" x2="45833" y2="83571"/>
                        <a14:foregroundMark x1="46296" y1="87500" x2="46296" y2="87500"/>
                      </a14:backgroundRemoval>
                    </a14:imgEffect>
                  </a14:imgLayer>
                </a14:imgProps>
              </a:ext>
            </a:extLst>
          </a:blip>
          <a:stretch>
            <a:fillRect/>
          </a:stretch>
        </p:blipFill>
        <p:spPr>
          <a:xfrm>
            <a:off x="7641351" y="1851484"/>
            <a:ext cx="2678127" cy="1735823"/>
          </a:xfrm>
          <a:prstGeom prst="rect">
            <a:avLst/>
          </a:prstGeom>
        </p:spPr>
      </p:pic>
      <p:pic>
        <p:nvPicPr>
          <p:cNvPr id="17" name="Picture 16" descr="A close-up of a blue and black electronic device&#10;&#10;AI-generated content may be incorrect.">
            <a:extLst>
              <a:ext uri="{FF2B5EF4-FFF2-40B4-BE49-F238E27FC236}">
                <a16:creationId xmlns:a16="http://schemas.microsoft.com/office/drawing/2014/main" id="{ECCF61DD-403A-605C-00C1-AEA1EBDC9BA6}"/>
              </a:ext>
            </a:extLst>
          </p:cNvPr>
          <p:cNvPicPr>
            <a:picLocks noChangeAspect="1"/>
          </p:cNvPicPr>
          <p:nvPr/>
        </p:nvPicPr>
        <p:blipFill>
          <a:blip r:embed="rId7">
            <a:extLst>
              <a:ext uri="{BEBA8EAE-BF5A-486C-A8C5-ECC9F3942E4B}">
                <a14:imgProps xmlns:a14="http://schemas.microsoft.com/office/drawing/2010/main">
                  <a14:imgLayer r:embed="rId8">
                    <a14:imgEffect>
                      <a14:backgroundRemoval t="3810" b="90000" l="9500" r="91417">
                        <a14:foregroundMark x1="9500" y1="23175" x2="9583" y2="30000"/>
                        <a14:foregroundMark x1="31667" y1="7143" x2="38083" y2="3810"/>
                        <a14:foregroundMark x1="91417" y1="23810" x2="91167" y2="24762"/>
                        <a14:foregroundMark x1="47750" y1="40000" x2="47750" y2="40794"/>
                        <a14:foregroundMark x1="49083" y1="39365" x2="50667" y2="41111"/>
                        <a14:foregroundMark x1="52667" y1="39524" x2="52667" y2="42857"/>
                        <a14:foregroundMark x1="39167" y1="61746" x2="39167" y2="61746"/>
                      </a14:backgroundRemoval>
                    </a14:imgEffect>
                  </a14:imgLayer>
                </a14:imgProps>
              </a:ext>
            </a:extLst>
          </a:blip>
          <a:stretch>
            <a:fillRect/>
          </a:stretch>
        </p:blipFill>
        <p:spPr>
          <a:xfrm>
            <a:off x="1760855" y="1953689"/>
            <a:ext cx="2828285" cy="1484850"/>
          </a:xfrm>
          <a:prstGeom prst="rect">
            <a:avLst/>
          </a:prstGeom>
        </p:spPr>
      </p:pic>
      <p:sp>
        <p:nvSpPr>
          <p:cNvPr id="18" name="Title 4">
            <a:extLst>
              <a:ext uri="{FF2B5EF4-FFF2-40B4-BE49-F238E27FC236}">
                <a16:creationId xmlns:a16="http://schemas.microsoft.com/office/drawing/2014/main" id="{83D8AC79-B6EC-C33F-40A8-03AB11E3E456}"/>
              </a:ext>
            </a:extLst>
          </p:cNvPr>
          <p:cNvSpPr txBox="1">
            <a:spLocks/>
          </p:cNvSpPr>
          <p:nvPr/>
        </p:nvSpPr>
        <p:spPr>
          <a:xfrm>
            <a:off x="4261067" y="1017199"/>
            <a:ext cx="10026650" cy="910310"/>
          </a:xfrm>
          <a:prstGeom prst="rect">
            <a:avLst/>
          </a:prstGeom>
        </p:spPr>
        <p:txBody>
          <a:bodyPr vert="horz" wrap="square" lIns="91440" tIns="45720" rIns="91440" bIns="45720" rtlCol="0" anchor="b" anchorCtr="0">
            <a:normAutofit/>
          </a:bodyPr>
          <a:lstStyle>
            <a:lvl1pPr algn="ctr"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r>
              <a:rPr lang="en-GB" dirty="0"/>
              <a:t>FS-2012-1100-ng</a:t>
            </a:r>
          </a:p>
        </p:txBody>
      </p:sp>
      <p:sp>
        <p:nvSpPr>
          <p:cNvPr id="19" name="Title 4">
            <a:extLst>
              <a:ext uri="{FF2B5EF4-FFF2-40B4-BE49-F238E27FC236}">
                <a16:creationId xmlns:a16="http://schemas.microsoft.com/office/drawing/2014/main" id="{C280DEF3-CC80-A334-F3C8-CF06354BB56E}"/>
              </a:ext>
            </a:extLst>
          </p:cNvPr>
          <p:cNvSpPr txBox="1">
            <a:spLocks/>
          </p:cNvSpPr>
          <p:nvPr/>
        </p:nvSpPr>
        <p:spPr>
          <a:xfrm>
            <a:off x="-1557924" y="1023159"/>
            <a:ext cx="10026650" cy="910310"/>
          </a:xfrm>
          <a:prstGeom prst="rect">
            <a:avLst/>
          </a:prstGeom>
        </p:spPr>
        <p:txBody>
          <a:bodyPr vert="horz" wrap="square" lIns="91440" tIns="45720" rIns="91440" bIns="45720" rtlCol="0" anchor="b" anchorCtr="0">
            <a:normAutofit/>
          </a:bodyPr>
          <a:lstStyle>
            <a:lvl1pPr algn="ctr"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r>
              <a:rPr lang="en-GB" dirty="0"/>
              <a:t>Fs-1012-1100-ng</a:t>
            </a:r>
          </a:p>
        </p:txBody>
      </p:sp>
      <p:sp>
        <p:nvSpPr>
          <p:cNvPr id="20" name="TextBox 19">
            <a:extLst>
              <a:ext uri="{FF2B5EF4-FFF2-40B4-BE49-F238E27FC236}">
                <a16:creationId xmlns:a16="http://schemas.microsoft.com/office/drawing/2014/main" id="{68D59B51-3250-498C-BE4D-DC7ADF3F0E42}"/>
              </a:ext>
            </a:extLst>
          </p:cNvPr>
          <p:cNvSpPr txBox="1"/>
          <p:nvPr/>
        </p:nvSpPr>
        <p:spPr>
          <a:xfrm>
            <a:off x="2787472" y="3402641"/>
            <a:ext cx="1041750" cy="369332"/>
          </a:xfrm>
          <a:prstGeom prst="rect">
            <a:avLst/>
          </a:prstGeom>
          <a:noFill/>
        </p:spPr>
        <p:txBody>
          <a:bodyPr wrap="square" rtlCol="0">
            <a:spAutoFit/>
          </a:bodyPr>
          <a:lstStyle/>
          <a:p>
            <a:r>
              <a:rPr lang="it-IT" i="1"/>
              <a:t>DUT</a:t>
            </a:r>
            <a:endParaRPr lang="en-GB" i="1"/>
          </a:p>
        </p:txBody>
      </p:sp>
      <p:sp>
        <p:nvSpPr>
          <p:cNvPr id="21" name="TextBox 20">
            <a:extLst>
              <a:ext uri="{FF2B5EF4-FFF2-40B4-BE49-F238E27FC236}">
                <a16:creationId xmlns:a16="http://schemas.microsoft.com/office/drawing/2014/main" id="{6607DD6A-56FE-CF79-AD89-24BCD50906FF}"/>
              </a:ext>
            </a:extLst>
          </p:cNvPr>
          <p:cNvSpPr txBox="1"/>
          <p:nvPr/>
        </p:nvSpPr>
        <p:spPr>
          <a:xfrm>
            <a:off x="7989539" y="3368015"/>
            <a:ext cx="2169968" cy="369332"/>
          </a:xfrm>
          <a:prstGeom prst="rect">
            <a:avLst/>
          </a:prstGeom>
          <a:noFill/>
        </p:spPr>
        <p:txBody>
          <a:bodyPr wrap="square" rtlCol="0">
            <a:spAutoFit/>
          </a:bodyPr>
          <a:lstStyle/>
          <a:p>
            <a:r>
              <a:rPr lang="it-IT" i="1" dirty="0"/>
              <a:t>Reference </a:t>
            </a:r>
            <a:r>
              <a:rPr lang="it-IT" i="1" dirty="0" err="1"/>
              <a:t>Instrument</a:t>
            </a:r>
            <a:endParaRPr lang="en-GB" i="1" dirty="0"/>
          </a:p>
        </p:txBody>
      </p:sp>
      <p:sp>
        <p:nvSpPr>
          <p:cNvPr id="2" name="Slide Number Placeholder 5">
            <a:extLst>
              <a:ext uri="{FF2B5EF4-FFF2-40B4-BE49-F238E27FC236}">
                <a16:creationId xmlns:a16="http://schemas.microsoft.com/office/drawing/2014/main" id="{A0CE931C-0D85-35E2-E839-FB92511C6AAA}"/>
              </a:ext>
            </a:extLst>
          </p:cNvPr>
          <p:cNvSpPr txBox="1">
            <a:spLocks/>
          </p:cNvSpPr>
          <p:nvPr/>
        </p:nvSpPr>
        <p:spPr>
          <a:xfrm>
            <a:off x="11821933" y="6375596"/>
            <a:ext cx="276933" cy="302601"/>
          </a:xfrm>
          <a:prstGeom prst="rect">
            <a:avLst/>
          </a:prstGeom>
        </p:spPr>
        <p:txBody>
          <a:bodyPr rtlCol="0"/>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39607A7-8386-47DB-8578-DDEDD194E5D4}" type="slidenum">
              <a:rPr lang="en-GB" sz="1050" b="1" smtClean="0"/>
              <a:pPr/>
              <a:t>8</a:t>
            </a:fld>
            <a:endParaRPr lang="en-GB" sz="1050" b="1" dirty="0"/>
          </a:p>
        </p:txBody>
      </p:sp>
      <p:sp>
        <p:nvSpPr>
          <p:cNvPr id="3" name="Footer Placeholder 12">
            <a:extLst>
              <a:ext uri="{FF2B5EF4-FFF2-40B4-BE49-F238E27FC236}">
                <a16:creationId xmlns:a16="http://schemas.microsoft.com/office/drawing/2014/main" id="{293A9F2D-8FEF-9C8D-BDD2-CE98BE7E4E40}"/>
              </a:ext>
            </a:extLst>
          </p:cNvPr>
          <p:cNvSpPr>
            <a:spLocks noGrp="1"/>
          </p:cNvSpPr>
          <p:nvPr>
            <p:ph type="ftr" sz="quarter" idx="11"/>
          </p:nvPr>
        </p:nvSpPr>
        <p:spPr>
          <a:xfrm>
            <a:off x="1141413" y="6340037"/>
            <a:ext cx="6239309" cy="365125"/>
          </a:xfrm>
        </p:spPr>
        <p:txBody>
          <a:bodyPr/>
          <a:lstStyle/>
          <a:p>
            <a:pPr lvl="0" defTabSz="914400">
              <a:spcAft>
                <a:spcPts val="600"/>
              </a:spcAft>
            </a:pPr>
            <a:r>
              <a:rPr lang="en-GB" dirty="0"/>
              <a:t>Flow Transducer Calibration project</a:t>
            </a:r>
            <a:endParaRPr lang="en-US" dirty="0"/>
          </a:p>
        </p:txBody>
      </p:sp>
      <p:sp>
        <p:nvSpPr>
          <p:cNvPr id="4" name="Date Placeholder 11">
            <a:extLst>
              <a:ext uri="{FF2B5EF4-FFF2-40B4-BE49-F238E27FC236}">
                <a16:creationId xmlns:a16="http://schemas.microsoft.com/office/drawing/2014/main" id="{E0537820-95E2-22F5-9CDF-121F8315E5F8}"/>
              </a:ext>
            </a:extLst>
          </p:cNvPr>
          <p:cNvSpPr>
            <a:spLocks noGrp="1"/>
          </p:cNvSpPr>
          <p:nvPr>
            <p:ph type="dt" sz="half" idx="10"/>
          </p:nvPr>
        </p:nvSpPr>
        <p:spPr>
          <a:xfrm>
            <a:off x="8076336" y="6400265"/>
            <a:ext cx="2966971" cy="365125"/>
          </a:xfrm>
        </p:spPr>
        <p:txBody>
          <a:bodyPr/>
          <a:lstStyle/>
          <a:p>
            <a:r>
              <a:rPr lang="en-GB" dirty="0"/>
              <a:t>Measurement for automation and industrial production, </a:t>
            </a:r>
            <a:r>
              <a:rPr lang="en-GB" dirty="0" err="1"/>
              <a:t>a.y</a:t>
            </a:r>
            <a:r>
              <a:rPr lang="en-GB" dirty="0"/>
              <a:t>. 2024-2025</a:t>
            </a:r>
          </a:p>
        </p:txBody>
      </p:sp>
      <p:pic>
        <p:nvPicPr>
          <p:cNvPr id="7" name="Immagine 6">
            <a:extLst>
              <a:ext uri="{FF2B5EF4-FFF2-40B4-BE49-F238E27FC236}">
                <a16:creationId xmlns:a16="http://schemas.microsoft.com/office/drawing/2014/main" id="{BBF7148E-4F30-69D8-3CA6-64AD32992705}"/>
              </a:ext>
            </a:extLst>
          </p:cNvPr>
          <p:cNvPicPr>
            <a:picLocks noChangeAspect="1"/>
          </p:cNvPicPr>
          <p:nvPr/>
        </p:nvPicPr>
        <p:blipFill>
          <a:blip r:embed="rId9"/>
          <a:stretch>
            <a:fillRect/>
          </a:stretch>
        </p:blipFill>
        <p:spPr>
          <a:xfrm>
            <a:off x="2504755" y="2114910"/>
            <a:ext cx="7354332" cy="297161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1320274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par>
                          <p:cTn id="8" fill="hold">
                            <p:stCondLst>
                              <p:cond delay="500"/>
                            </p:stCondLst>
                            <p:childTnLst>
                              <p:par>
                                <p:cTn id="9" presetID="10" presetClass="exit" presetSubtype="0" fill="hold" grpId="0" nodeType="afterEffect">
                                  <p:stCondLst>
                                    <p:cond delay="0"/>
                                  </p:stCondLst>
                                  <p:childTnLst>
                                    <p:animEffect transition="out" filter="fade">
                                      <p:cBhvr>
                                        <p:cTn id="10" dur="500"/>
                                        <p:tgtEl>
                                          <p:spTgt spid="18"/>
                                        </p:tgtEl>
                                      </p:cBhvr>
                                    </p:animEffect>
                                    <p:set>
                                      <p:cBhvr>
                                        <p:cTn id="11" dur="1" fill="hold">
                                          <p:stCondLst>
                                            <p:cond delay="499"/>
                                          </p:stCondLst>
                                        </p:cTn>
                                        <p:tgtEl>
                                          <p:spTgt spid="18"/>
                                        </p:tgtEl>
                                        <p:attrNameLst>
                                          <p:attrName>style.visibility</p:attrName>
                                        </p:attrNameLst>
                                      </p:cBhvr>
                                      <p:to>
                                        <p:strVal val="hidden"/>
                                      </p:to>
                                    </p:set>
                                  </p:childTnLst>
                                </p:cTn>
                              </p:par>
                              <p:par>
                                <p:cTn id="12" presetID="10" presetClass="exit" presetSubtype="0" fill="hold" grpId="0" nodeType="withEffect">
                                  <p:stCondLst>
                                    <p:cond delay="0"/>
                                  </p:stCondLst>
                                  <p:childTnLst>
                                    <p:animEffect transition="out" filter="fade">
                                      <p:cBhvr>
                                        <p:cTn id="13" dur="500"/>
                                        <p:tgtEl>
                                          <p:spTgt spid="19"/>
                                        </p:tgtEl>
                                      </p:cBhvr>
                                    </p:animEffect>
                                    <p:set>
                                      <p:cBhvr>
                                        <p:cTn id="14" dur="1" fill="hold">
                                          <p:stCondLst>
                                            <p:cond delay="499"/>
                                          </p:stCondLst>
                                        </p:cTn>
                                        <p:tgtEl>
                                          <p:spTgt spid="19"/>
                                        </p:tgtEl>
                                        <p:attrNameLst>
                                          <p:attrName>style.visibility</p:attrName>
                                        </p:attrNameLst>
                                      </p:cBhvr>
                                      <p:to>
                                        <p:strVal val="hidden"/>
                                      </p:to>
                                    </p:set>
                                  </p:childTnLst>
                                </p:cTn>
                              </p:par>
                              <p:par>
                                <p:cTn id="15" presetID="10" presetClass="exit" presetSubtype="0" fill="hold" nodeType="withEffect">
                                  <p:stCondLst>
                                    <p:cond delay="0"/>
                                  </p:stCondLst>
                                  <p:childTnLst>
                                    <p:animEffect transition="out" filter="fade">
                                      <p:cBhvr>
                                        <p:cTn id="16" dur="500"/>
                                        <p:tgtEl>
                                          <p:spTgt spid="15"/>
                                        </p:tgtEl>
                                      </p:cBhvr>
                                    </p:animEffect>
                                    <p:set>
                                      <p:cBhvr>
                                        <p:cTn id="17" dur="1" fill="hold">
                                          <p:stCondLst>
                                            <p:cond delay="499"/>
                                          </p:stCondLst>
                                        </p:cTn>
                                        <p:tgtEl>
                                          <p:spTgt spid="15"/>
                                        </p:tgtEl>
                                        <p:attrNameLst>
                                          <p:attrName>style.visibility</p:attrName>
                                        </p:attrNameLst>
                                      </p:cBhvr>
                                      <p:to>
                                        <p:strVal val="hidden"/>
                                      </p:to>
                                    </p:set>
                                  </p:childTnLst>
                                </p:cTn>
                              </p:par>
                              <p:par>
                                <p:cTn id="18" presetID="10" presetClass="exit" presetSubtype="0" fill="hold" nodeType="withEffect">
                                  <p:stCondLst>
                                    <p:cond delay="0"/>
                                  </p:stCondLst>
                                  <p:childTnLst>
                                    <p:animEffect transition="out" filter="fade">
                                      <p:cBhvr>
                                        <p:cTn id="19" dur="500"/>
                                        <p:tgtEl>
                                          <p:spTgt spid="17"/>
                                        </p:tgtEl>
                                      </p:cBhvr>
                                    </p:animEffect>
                                    <p:set>
                                      <p:cBhvr>
                                        <p:cTn id="20" dur="1" fill="hold">
                                          <p:stCondLst>
                                            <p:cond delay="499"/>
                                          </p:stCondLst>
                                        </p:cTn>
                                        <p:tgtEl>
                                          <p:spTgt spid="17"/>
                                        </p:tgtEl>
                                        <p:attrNameLst>
                                          <p:attrName>style.visibility</p:attrName>
                                        </p:attrNameLst>
                                      </p:cBhvr>
                                      <p:to>
                                        <p:strVal val="hidden"/>
                                      </p:to>
                                    </p:set>
                                  </p:childTnLst>
                                </p:cTn>
                              </p:par>
                              <p:par>
                                <p:cTn id="21" presetID="10" presetClass="exit" presetSubtype="0" fill="hold" nodeType="withEffect">
                                  <p:stCondLst>
                                    <p:cond delay="0"/>
                                  </p:stCondLst>
                                  <p:childTnLst>
                                    <p:animEffect transition="out" filter="fade">
                                      <p:cBhvr>
                                        <p:cTn id="22" dur="500"/>
                                        <p:tgtEl>
                                          <p:spTgt spid="11"/>
                                        </p:tgtEl>
                                      </p:cBhvr>
                                    </p:animEffect>
                                    <p:set>
                                      <p:cBhvr>
                                        <p:cTn id="23" dur="1" fill="hold">
                                          <p:stCondLst>
                                            <p:cond delay="499"/>
                                          </p:stCondLst>
                                        </p:cTn>
                                        <p:tgtEl>
                                          <p:spTgt spid="11"/>
                                        </p:tgtEl>
                                        <p:attrNameLst>
                                          <p:attrName>style.visibility</p:attrName>
                                        </p:attrNameLst>
                                      </p:cBhvr>
                                      <p:to>
                                        <p:strVal val="hidden"/>
                                      </p:to>
                                    </p:set>
                                  </p:childTnLst>
                                </p:cTn>
                              </p:par>
                              <p:par>
                                <p:cTn id="24" presetID="10" presetClass="exit" presetSubtype="0" fill="hold" nodeType="withEffect">
                                  <p:stCondLst>
                                    <p:cond delay="0"/>
                                  </p:stCondLst>
                                  <p:childTnLst>
                                    <p:animEffect transition="out" filter="fade">
                                      <p:cBhvr>
                                        <p:cTn id="25" dur="500"/>
                                        <p:tgtEl>
                                          <p:spTgt spid="9"/>
                                        </p:tgtEl>
                                      </p:cBhvr>
                                    </p:animEffect>
                                    <p:set>
                                      <p:cBhvr>
                                        <p:cTn id="26" dur="1" fill="hold">
                                          <p:stCondLst>
                                            <p:cond delay="499"/>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 name="Content Placeholder 3">
            <a:extLst>
              <a:ext uri="{FF2B5EF4-FFF2-40B4-BE49-F238E27FC236}">
                <a16:creationId xmlns:a16="http://schemas.microsoft.com/office/drawing/2014/main" id="{2B0AAE8A-5735-41A2-AD78-91FB878FAF9B}"/>
              </a:ext>
              <a:ext uri="{C183D7F6-B498-43B3-948B-1728B52AA6E4}">
                <adec:decorative xmlns:adec="http://schemas.microsoft.com/office/drawing/2017/decorative" val="1"/>
              </a:ext>
            </a:extLst>
          </p:cNvPr>
          <p:cNvGraphicFramePr>
            <a:graphicFrameLocks noGrp="1"/>
          </p:cNvGraphicFramePr>
          <p:nvPr>
            <p:ph sz="quarter" idx="13"/>
            <p:extLst>
              <p:ext uri="{D42A27DB-BD31-4B8C-83A1-F6EECF244321}">
                <p14:modId xmlns:p14="http://schemas.microsoft.com/office/powerpoint/2010/main" val="3566588155"/>
              </p:ext>
            </p:extLst>
          </p:nvPr>
        </p:nvGraphicFramePr>
        <p:xfrm>
          <a:off x="665163" y="2438400"/>
          <a:ext cx="10852150" cy="39639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Title 5">
            <a:extLst>
              <a:ext uri="{FF2B5EF4-FFF2-40B4-BE49-F238E27FC236}">
                <a16:creationId xmlns:a16="http://schemas.microsoft.com/office/drawing/2014/main" id="{8E66A6B6-7E4F-4187-B93E-B1C7183C80C7}"/>
              </a:ext>
            </a:extLst>
          </p:cNvPr>
          <p:cNvSpPr>
            <a:spLocks noGrp="1"/>
          </p:cNvSpPr>
          <p:nvPr>
            <p:ph type="title"/>
          </p:nvPr>
        </p:nvSpPr>
        <p:spPr/>
        <p:txBody>
          <a:bodyPr rtlCol="0"/>
          <a:lstStyle/>
          <a:p>
            <a:pPr rtl="0"/>
            <a:r>
              <a:rPr lang="en-GB"/>
              <a:t>Calibration procedure</a:t>
            </a:r>
            <a:endParaRPr lang="en-GB" dirty="0"/>
          </a:p>
        </p:txBody>
      </p:sp>
      <p:sp>
        <p:nvSpPr>
          <p:cNvPr id="2" name="Slide Number Placeholder 5">
            <a:extLst>
              <a:ext uri="{FF2B5EF4-FFF2-40B4-BE49-F238E27FC236}">
                <a16:creationId xmlns:a16="http://schemas.microsoft.com/office/drawing/2014/main" id="{72A33DF6-F113-C1DA-3545-69DB78EA8CF5}"/>
              </a:ext>
            </a:extLst>
          </p:cNvPr>
          <p:cNvSpPr txBox="1">
            <a:spLocks/>
          </p:cNvSpPr>
          <p:nvPr/>
        </p:nvSpPr>
        <p:spPr>
          <a:xfrm>
            <a:off x="11821933" y="6375596"/>
            <a:ext cx="276933" cy="302601"/>
          </a:xfrm>
          <a:prstGeom prst="rect">
            <a:avLst/>
          </a:prstGeom>
        </p:spPr>
        <p:txBody>
          <a:bodyPr rtlCol="0"/>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39607A7-8386-47DB-8578-DDEDD194E5D4}" type="slidenum">
              <a:rPr lang="en-GB" sz="1050" b="1" smtClean="0"/>
              <a:pPr/>
              <a:t>9</a:t>
            </a:fld>
            <a:endParaRPr lang="en-GB" sz="1050" b="1" dirty="0"/>
          </a:p>
        </p:txBody>
      </p:sp>
      <p:sp>
        <p:nvSpPr>
          <p:cNvPr id="7" name="Footer Placeholder 12">
            <a:extLst>
              <a:ext uri="{FF2B5EF4-FFF2-40B4-BE49-F238E27FC236}">
                <a16:creationId xmlns:a16="http://schemas.microsoft.com/office/drawing/2014/main" id="{F7395CCC-ECCA-A134-B6D1-55E288955A6B}"/>
              </a:ext>
            </a:extLst>
          </p:cNvPr>
          <p:cNvSpPr>
            <a:spLocks noGrp="1"/>
          </p:cNvSpPr>
          <p:nvPr>
            <p:ph type="ftr" sz="quarter" idx="11"/>
          </p:nvPr>
        </p:nvSpPr>
        <p:spPr>
          <a:xfrm>
            <a:off x="1141413" y="6340037"/>
            <a:ext cx="6239309" cy="365125"/>
          </a:xfrm>
        </p:spPr>
        <p:txBody>
          <a:bodyPr/>
          <a:lstStyle/>
          <a:p>
            <a:pPr lvl="0" defTabSz="914400">
              <a:spcAft>
                <a:spcPts val="600"/>
              </a:spcAft>
            </a:pPr>
            <a:r>
              <a:rPr lang="en-GB" dirty="0"/>
              <a:t>Flow Transducer Calibration project</a:t>
            </a:r>
            <a:endParaRPr lang="en-US" dirty="0"/>
          </a:p>
        </p:txBody>
      </p:sp>
      <p:sp>
        <p:nvSpPr>
          <p:cNvPr id="8" name="Date Placeholder 11">
            <a:extLst>
              <a:ext uri="{FF2B5EF4-FFF2-40B4-BE49-F238E27FC236}">
                <a16:creationId xmlns:a16="http://schemas.microsoft.com/office/drawing/2014/main" id="{667104FD-6456-3127-EAA4-26676C386ECC}"/>
              </a:ext>
            </a:extLst>
          </p:cNvPr>
          <p:cNvSpPr>
            <a:spLocks noGrp="1"/>
          </p:cNvSpPr>
          <p:nvPr>
            <p:ph type="dt" sz="half" idx="10"/>
          </p:nvPr>
        </p:nvSpPr>
        <p:spPr>
          <a:xfrm>
            <a:off x="8076336" y="6400265"/>
            <a:ext cx="2966971" cy="365125"/>
          </a:xfrm>
        </p:spPr>
        <p:txBody>
          <a:bodyPr/>
          <a:lstStyle/>
          <a:p>
            <a:r>
              <a:rPr lang="en-GB" dirty="0"/>
              <a:t>Measurement for automation and industrial production, </a:t>
            </a:r>
            <a:r>
              <a:rPr lang="en-GB" dirty="0" err="1"/>
              <a:t>a.y</a:t>
            </a:r>
            <a:r>
              <a:rPr lang="en-GB" dirty="0"/>
              <a:t>. 2024-2025</a:t>
            </a:r>
          </a:p>
        </p:txBody>
      </p:sp>
    </p:spTree>
    <p:extLst>
      <p:ext uri="{BB962C8B-B14F-4D97-AF65-F5344CB8AC3E}">
        <p14:creationId xmlns:p14="http://schemas.microsoft.com/office/powerpoint/2010/main" val="42056653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314486F-36C9-F626-A16C-11D43CA37365}"/>
              </a:ext>
            </a:extLst>
          </p:cNvPr>
          <p:cNvSpPr>
            <a:spLocks noGrp="1"/>
          </p:cNvSpPr>
          <p:nvPr>
            <p:ph type="title"/>
          </p:nvPr>
        </p:nvSpPr>
        <p:spPr/>
        <p:txBody>
          <a:bodyPr/>
          <a:lstStyle/>
          <a:p>
            <a:r>
              <a:rPr lang="it-IT" dirty="0"/>
              <a:t>DEMO</a:t>
            </a:r>
            <a:endParaRPr lang="en-GB" dirty="0"/>
          </a:p>
        </p:txBody>
      </p:sp>
      <p:sp>
        <p:nvSpPr>
          <p:cNvPr id="2" name="Slide Number Placeholder 5">
            <a:extLst>
              <a:ext uri="{FF2B5EF4-FFF2-40B4-BE49-F238E27FC236}">
                <a16:creationId xmlns:a16="http://schemas.microsoft.com/office/drawing/2014/main" id="{CFBD9148-A446-EE02-C3E8-1681D6CF927C}"/>
              </a:ext>
            </a:extLst>
          </p:cNvPr>
          <p:cNvSpPr txBox="1">
            <a:spLocks/>
          </p:cNvSpPr>
          <p:nvPr/>
        </p:nvSpPr>
        <p:spPr>
          <a:xfrm>
            <a:off x="11794067" y="6394512"/>
            <a:ext cx="338666" cy="305801"/>
          </a:xfrm>
          <a:prstGeom prst="rect">
            <a:avLst/>
          </a:prstGeom>
        </p:spPr>
        <p:txBody>
          <a:bodyPr rtlCol="0"/>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39607A7-8386-47DB-8578-DDEDD194E5D4}" type="slidenum">
              <a:rPr lang="en-GB" sz="800" smtClean="0"/>
              <a:pPr/>
              <a:t>10</a:t>
            </a:fld>
            <a:endParaRPr lang="en-GB" sz="1050" dirty="0"/>
          </a:p>
        </p:txBody>
      </p:sp>
      <p:sp>
        <p:nvSpPr>
          <p:cNvPr id="4" name="Date Placeholder 11">
            <a:extLst>
              <a:ext uri="{FF2B5EF4-FFF2-40B4-BE49-F238E27FC236}">
                <a16:creationId xmlns:a16="http://schemas.microsoft.com/office/drawing/2014/main" id="{EB9D8B84-2C40-C1EF-E65F-7DF7781C55CB}"/>
              </a:ext>
            </a:extLst>
          </p:cNvPr>
          <p:cNvSpPr>
            <a:spLocks noGrp="1"/>
          </p:cNvSpPr>
          <p:nvPr>
            <p:ph type="dt" sz="half" idx="10"/>
          </p:nvPr>
        </p:nvSpPr>
        <p:spPr>
          <a:xfrm>
            <a:off x="8076336" y="6400265"/>
            <a:ext cx="2966971" cy="365125"/>
          </a:xfrm>
        </p:spPr>
        <p:txBody>
          <a:bodyPr/>
          <a:lstStyle/>
          <a:p>
            <a:r>
              <a:rPr lang="en-GB" dirty="0"/>
              <a:t>Measurement for automation and industrial production, </a:t>
            </a:r>
            <a:r>
              <a:rPr lang="en-GB" dirty="0" err="1"/>
              <a:t>a.y</a:t>
            </a:r>
            <a:r>
              <a:rPr lang="en-GB" dirty="0"/>
              <a:t>. 2024-2025</a:t>
            </a:r>
          </a:p>
        </p:txBody>
      </p:sp>
      <p:sp>
        <p:nvSpPr>
          <p:cNvPr id="8" name="Footer Placeholder 12">
            <a:extLst>
              <a:ext uri="{FF2B5EF4-FFF2-40B4-BE49-F238E27FC236}">
                <a16:creationId xmlns:a16="http://schemas.microsoft.com/office/drawing/2014/main" id="{E0DDFE35-BC84-3436-782E-AA01CA203968}"/>
              </a:ext>
            </a:extLst>
          </p:cNvPr>
          <p:cNvSpPr>
            <a:spLocks noGrp="1"/>
          </p:cNvSpPr>
          <p:nvPr>
            <p:ph type="ftr" sz="quarter" idx="11"/>
          </p:nvPr>
        </p:nvSpPr>
        <p:spPr>
          <a:xfrm>
            <a:off x="1141413" y="6340037"/>
            <a:ext cx="6239309" cy="365125"/>
          </a:xfrm>
        </p:spPr>
        <p:txBody>
          <a:bodyPr/>
          <a:lstStyle/>
          <a:p>
            <a:pPr lvl="0" defTabSz="914400">
              <a:spcAft>
                <a:spcPts val="600"/>
              </a:spcAft>
            </a:pPr>
            <a:r>
              <a:rPr lang="en-GB" dirty="0"/>
              <a:t>Flow Transducer Calibration project</a:t>
            </a:r>
            <a:endParaRPr lang="en-US" dirty="0"/>
          </a:p>
        </p:txBody>
      </p:sp>
    </p:spTree>
    <p:extLst>
      <p:ext uri="{BB962C8B-B14F-4D97-AF65-F5344CB8AC3E}">
        <p14:creationId xmlns:p14="http://schemas.microsoft.com/office/powerpoint/2010/main" val="14262718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00170826-5D77-4C8C-96BA-1670092F6FD9}"/>
              </a:ext>
            </a:extLst>
          </p:cNvPr>
          <p:cNvSpPr>
            <a:spLocks noGrp="1"/>
          </p:cNvSpPr>
          <p:nvPr>
            <p:ph type="title"/>
          </p:nvPr>
        </p:nvSpPr>
        <p:spPr/>
        <p:txBody>
          <a:bodyPr rtlCol="0"/>
          <a:lstStyle/>
          <a:p>
            <a:pPr rtl="0"/>
            <a:r>
              <a:rPr lang="it-IT" cap="none"/>
              <a:t>main</a:t>
            </a:r>
            <a:r>
              <a:rPr lang="it-IT"/>
              <a:t> vi </a:t>
            </a:r>
            <a:r>
              <a:rPr lang="it-IT" cap="none"/>
              <a:t>and its </a:t>
            </a:r>
            <a:r>
              <a:rPr lang="en-GB" cap="none"/>
              <a:t>sub </a:t>
            </a:r>
            <a:r>
              <a:rPr lang="en-GB"/>
              <a:t>VI</a:t>
            </a:r>
            <a:r>
              <a:rPr lang="en-GB" cap="none"/>
              <a:t>s</a:t>
            </a:r>
            <a:endParaRPr lang="en-GB" dirty="0"/>
          </a:p>
        </p:txBody>
      </p:sp>
      <p:graphicFrame>
        <p:nvGraphicFramePr>
          <p:cNvPr id="16" name="Content Placeholder 2">
            <a:extLst>
              <a:ext uri="{FF2B5EF4-FFF2-40B4-BE49-F238E27FC236}">
                <a16:creationId xmlns:a16="http://schemas.microsoft.com/office/drawing/2014/main" id="{3B2DC4BD-E035-47C6-8E03-D9925BBB3012}"/>
              </a:ext>
              <a:ext uri="{C183D7F6-B498-43B3-948B-1728B52AA6E4}">
                <adec:decorative xmlns:adec="http://schemas.microsoft.com/office/drawing/2017/decorative" val="1"/>
              </a:ext>
            </a:extLst>
          </p:cNvPr>
          <p:cNvGraphicFramePr>
            <a:graphicFrameLocks noGrp="1"/>
          </p:cNvGraphicFramePr>
          <p:nvPr>
            <p:ph sz="quarter" idx="13"/>
            <p:extLst>
              <p:ext uri="{D42A27DB-BD31-4B8C-83A1-F6EECF244321}">
                <p14:modId xmlns:p14="http://schemas.microsoft.com/office/powerpoint/2010/main" val="2747880856"/>
              </p:ext>
            </p:extLst>
          </p:nvPr>
        </p:nvGraphicFramePr>
        <p:xfrm>
          <a:off x="809625" y="2562225"/>
          <a:ext cx="10563225" cy="3657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Slide Number Placeholder 5">
            <a:extLst>
              <a:ext uri="{FF2B5EF4-FFF2-40B4-BE49-F238E27FC236}">
                <a16:creationId xmlns:a16="http://schemas.microsoft.com/office/drawing/2014/main" id="{8EA10432-819E-2E0C-CEC3-7EDA0917C7CD}"/>
              </a:ext>
            </a:extLst>
          </p:cNvPr>
          <p:cNvSpPr txBox="1">
            <a:spLocks/>
          </p:cNvSpPr>
          <p:nvPr/>
        </p:nvSpPr>
        <p:spPr>
          <a:xfrm>
            <a:off x="11794067" y="6394512"/>
            <a:ext cx="338666" cy="305801"/>
          </a:xfrm>
          <a:prstGeom prst="rect">
            <a:avLst/>
          </a:prstGeom>
        </p:spPr>
        <p:txBody>
          <a:bodyPr rtlCol="0"/>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39607A7-8386-47DB-8578-DDEDD194E5D4}" type="slidenum">
              <a:rPr lang="en-GB" sz="800" smtClean="0"/>
              <a:pPr/>
              <a:t>11</a:t>
            </a:fld>
            <a:endParaRPr lang="en-GB" sz="1050" dirty="0"/>
          </a:p>
        </p:txBody>
      </p:sp>
      <p:sp>
        <p:nvSpPr>
          <p:cNvPr id="3" name="Date Placeholder 11">
            <a:extLst>
              <a:ext uri="{FF2B5EF4-FFF2-40B4-BE49-F238E27FC236}">
                <a16:creationId xmlns:a16="http://schemas.microsoft.com/office/drawing/2014/main" id="{C808C0E3-0F36-41C7-9D48-38AB742E083C}"/>
              </a:ext>
            </a:extLst>
          </p:cNvPr>
          <p:cNvSpPr>
            <a:spLocks noGrp="1"/>
          </p:cNvSpPr>
          <p:nvPr>
            <p:ph type="dt" sz="half" idx="10"/>
          </p:nvPr>
        </p:nvSpPr>
        <p:spPr>
          <a:xfrm>
            <a:off x="8076336" y="6400265"/>
            <a:ext cx="2966971" cy="365125"/>
          </a:xfrm>
        </p:spPr>
        <p:txBody>
          <a:bodyPr/>
          <a:lstStyle/>
          <a:p>
            <a:r>
              <a:rPr lang="en-GB" dirty="0"/>
              <a:t>Measurement for automation and industrial production, </a:t>
            </a:r>
            <a:r>
              <a:rPr lang="en-GB" dirty="0" err="1"/>
              <a:t>a.y</a:t>
            </a:r>
            <a:r>
              <a:rPr lang="en-GB" dirty="0"/>
              <a:t>. 2024-2025</a:t>
            </a:r>
          </a:p>
        </p:txBody>
      </p:sp>
      <p:sp>
        <p:nvSpPr>
          <p:cNvPr id="4" name="Footer Placeholder 12">
            <a:extLst>
              <a:ext uri="{FF2B5EF4-FFF2-40B4-BE49-F238E27FC236}">
                <a16:creationId xmlns:a16="http://schemas.microsoft.com/office/drawing/2014/main" id="{199846E4-6EDA-1245-E2AF-1AB2E9335B2A}"/>
              </a:ext>
            </a:extLst>
          </p:cNvPr>
          <p:cNvSpPr>
            <a:spLocks noGrp="1"/>
          </p:cNvSpPr>
          <p:nvPr>
            <p:ph type="ftr" sz="quarter" idx="11"/>
          </p:nvPr>
        </p:nvSpPr>
        <p:spPr>
          <a:xfrm>
            <a:off x="1141413" y="6340037"/>
            <a:ext cx="6239309" cy="365125"/>
          </a:xfrm>
        </p:spPr>
        <p:txBody>
          <a:bodyPr/>
          <a:lstStyle/>
          <a:p>
            <a:pPr lvl="0" defTabSz="914400">
              <a:spcAft>
                <a:spcPts val="600"/>
              </a:spcAft>
            </a:pPr>
            <a:r>
              <a:rPr lang="en-GB" dirty="0"/>
              <a:t>Flow Transducer Calibration project</a:t>
            </a:r>
            <a:endParaRPr lang="en-US" dirty="0"/>
          </a:p>
        </p:txBody>
      </p:sp>
    </p:spTree>
    <p:extLst>
      <p:ext uri="{BB962C8B-B14F-4D97-AF65-F5344CB8AC3E}">
        <p14:creationId xmlns:p14="http://schemas.microsoft.com/office/powerpoint/2010/main" val="34422046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F86BC107-F3D2-454F-92FA-5480BA028D59}"/>
              </a:ext>
            </a:extLst>
          </p:cNvPr>
          <p:cNvSpPr>
            <a:spLocks noGrp="1"/>
          </p:cNvSpPr>
          <p:nvPr>
            <p:ph type="title"/>
          </p:nvPr>
        </p:nvSpPr>
        <p:spPr/>
        <p:txBody>
          <a:bodyPr rtlCol="0"/>
          <a:lstStyle/>
          <a:p>
            <a:pPr rtl="0"/>
            <a:r>
              <a:rPr lang="en-GB"/>
              <a:t>calibration</a:t>
            </a:r>
          </a:p>
        </p:txBody>
      </p:sp>
      <p:sp>
        <p:nvSpPr>
          <p:cNvPr id="16" name="Text Placeholder 15">
            <a:extLst>
              <a:ext uri="{FF2B5EF4-FFF2-40B4-BE49-F238E27FC236}">
                <a16:creationId xmlns:a16="http://schemas.microsoft.com/office/drawing/2014/main" id="{ADE5BD73-AB59-4115-87A2-2074687D5DDE}"/>
              </a:ext>
            </a:extLst>
          </p:cNvPr>
          <p:cNvSpPr>
            <a:spLocks noGrp="1"/>
          </p:cNvSpPr>
          <p:nvPr>
            <p:ph type="body" sz="quarter" idx="13"/>
          </p:nvPr>
        </p:nvSpPr>
        <p:spPr/>
        <p:txBody>
          <a:bodyPr rtlCol="0"/>
          <a:lstStyle/>
          <a:p>
            <a:pPr rtl="0"/>
            <a:r>
              <a:rPr lang="en-GB">
                <a:solidFill>
                  <a:schemeClr val="accent2">
                    <a:lumMod val="40000"/>
                    <a:lumOff val="60000"/>
                  </a:schemeClr>
                </a:solidFill>
              </a:rPr>
              <a:t>Datasets </a:t>
            </a:r>
            <a:r>
              <a:rPr lang="en-GB" dirty="0">
                <a:solidFill>
                  <a:schemeClr val="accent2">
                    <a:lumMod val="40000"/>
                    <a:lumOff val="60000"/>
                  </a:schemeClr>
                </a:solidFill>
              </a:rPr>
              <a:t>Analysis</a:t>
            </a:r>
          </a:p>
        </p:txBody>
      </p:sp>
      <p:sp>
        <p:nvSpPr>
          <p:cNvPr id="17" name="Text Placeholder 16">
            <a:extLst>
              <a:ext uri="{FF2B5EF4-FFF2-40B4-BE49-F238E27FC236}">
                <a16:creationId xmlns:a16="http://schemas.microsoft.com/office/drawing/2014/main" id="{5FC46E31-64CA-40E6-A0F3-DBD2B1F7604F}"/>
              </a:ext>
            </a:extLst>
          </p:cNvPr>
          <p:cNvSpPr>
            <a:spLocks noGrp="1"/>
          </p:cNvSpPr>
          <p:nvPr>
            <p:ph type="body" sz="quarter" idx="14"/>
          </p:nvPr>
        </p:nvSpPr>
        <p:spPr/>
        <p:txBody>
          <a:bodyPr rtlCol="0"/>
          <a:lstStyle/>
          <a:p>
            <a:pPr rtl="0"/>
            <a:r>
              <a:rPr lang="en-GB"/>
              <a:t>Ascending vs. Descending Phase</a:t>
            </a:r>
            <a:endParaRPr lang="en-GB" dirty="0"/>
          </a:p>
          <a:p>
            <a:pPr rtl="0"/>
            <a:r>
              <a:rPr lang="en-GB"/>
              <a:t>Linearity</a:t>
            </a:r>
            <a:endParaRPr lang="en-GB" dirty="0"/>
          </a:p>
        </p:txBody>
      </p:sp>
      <p:sp>
        <p:nvSpPr>
          <p:cNvPr id="18" name="Text Placeholder 17">
            <a:extLst>
              <a:ext uri="{FF2B5EF4-FFF2-40B4-BE49-F238E27FC236}">
                <a16:creationId xmlns:a16="http://schemas.microsoft.com/office/drawing/2014/main" id="{3C06D90C-4BCD-4533-9ADB-CE7DF843C69B}"/>
              </a:ext>
            </a:extLst>
          </p:cNvPr>
          <p:cNvSpPr>
            <a:spLocks noGrp="1"/>
          </p:cNvSpPr>
          <p:nvPr>
            <p:ph type="body" sz="quarter" idx="15"/>
          </p:nvPr>
        </p:nvSpPr>
        <p:spPr/>
        <p:txBody>
          <a:bodyPr rtlCol="0"/>
          <a:lstStyle/>
          <a:p>
            <a:pPr rtl="0"/>
            <a:r>
              <a:rPr lang="en-GB">
                <a:solidFill>
                  <a:schemeClr val="accent2">
                    <a:lumMod val="40000"/>
                    <a:lumOff val="60000"/>
                  </a:schemeClr>
                </a:solidFill>
              </a:rPr>
              <a:t>Calibration Curve</a:t>
            </a:r>
            <a:endParaRPr lang="en-GB" dirty="0">
              <a:solidFill>
                <a:schemeClr val="accent2">
                  <a:lumMod val="40000"/>
                  <a:lumOff val="60000"/>
                </a:schemeClr>
              </a:solidFill>
            </a:endParaRPr>
          </a:p>
        </p:txBody>
      </p:sp>
      <p:sp>
        <p:nvSpPr>
          <p:cNvPr id="19" name="Text Placeholder 18">
            <a:extLst>
              <a:ext uri="{FF2B5EF4-FFF2-40B4-BE49-F238E27FC236}">
                <a16:creationId xmlns:a16="http://schemas.microsoft.com/office/drawing/2014/main" id="{BA5989D9-68CB-40BC-B42D-2BB8F5BE2A9A}"/>
              </a:ext>
            </a:extLst>
          </p:cNvPr>
          <p:cNvSpPr>
            <a:spLocks noGrp="1"/>
          </p:cNvSpPr>
          <p:nvPr>
            <p:ph type="body" sz="quarter" idx="16"/>
          </p:nvPr>
        </p:nvSpPr>
        <p:spPr/>
        <p:txBody>
          <a:bodyPr rtlCol="0"/>
          <a:lstStyle/>
          <a:p>
            <a:pPr rtl="0"/>
            <a:r>
              <a:rPr lang="en-GB"/>
              <a:t>Calibration Function is computed</a:t>
            </a:r>
          </a:p>
          <a:p>
            <a:r>
              <a:rPr lang="en-GB"/>
              <a:t>Measurement System Combined Standard Deviation</a:t>
            </a:r>
          </a:p>
          <a:p>
            <a:r>
              <a:rPr lang="en-GB"/>
              <a:t>Linearity, Hysteresis</a:t>
            </a:r>
          </a:p>
          <a:p>
            <a:r>
              <a:rPr lang="en-GB"/>
              <a:t>Calibration Report</a:t>
            </a:r>
          </a:p>
          <a:p>
            <a:endParaRPr lang="en-GB"/>
          </a:p>
        </p:txBody>
      </p:sp>
      <p:sp>
        <p:nvSpPr>
          <p:cNvPr id="2" name="Slide Number Placeholder 5">
            <a:extLst>
              <a:ext uri="{FF2B5EF4-FFF2-40B4-BE49-F238E27FC236}">
                <a16:creationId xmlns:a16="http://schemas.microsoft.com/office/drawing/2014/main" id="{F3CA1D7B-797E-4E16-CDE3-B5156A72E69C}"/>
              </a:ext>
            </a:extLst>
          </p:cNvPr>
          <p:cNvSpPr txBox="1">
            <a:spLocks/>
          </p:cNvSpPr>
          <p:nvPr/>
        </p:nvSpPr>
        <p:spPr>
          <a:xfrm>
            <a:off x="11794067" y="6394512"/>
            <a:ext cx="338666" cy="305801"/>
          </a:xfrm>
          <a:prstGeom prst="rect">
            <a:avLst/>
          </a:prstGeom>
        </p:spPr>
        <p:txBody>
          <a:bodyPr rtlCol="0"/>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39607A7-8386-47DB-8578-DDEDD194E5D4}" type="slidenum">
              <a:rPr lang="en-GB" sz="800" smtClean="0"/>
              <a:pPr/>
              <a:t>12</a:t>
            </a:fld>
            <a:endParaRPr lang="en-GB" sz="1050" dirty="0"/>
          </a:p>
        </p:txBody>
      </p:sp>
      <p:sp>
        <p:nvSpPr>
          <p:cNvPr id="3" name="Date Placeholder 11">
            <a:extLst>
              <a:ext uri="{FF2B5EF4-FFF2-40B4-BE49-F238E27FC236}">
                <a16:creationId xmlns:a16="http://schemas.microsoft.com/office/drawing/2014/main" id="{D523311A-0E2F-91AD-75F7-12F01AA7C822}"/>
              </a:ext>
            </a:extLst>
          </p:cNvPr>
          <p:cNvSpPr>
            <a:spLocks noGrp="1"/>
          </p:cNvSpPr>
          <p:nvPr>
            <p:ph type="dt" sz="half" idx="10"/>
          </p:nvPr>
        </p:nvSpPr>
        <p:spPr>
          <a:xfrm>
            <a:off x="8076336" y="6400265"/>
            <a:ext cx="2966971" cy="365125"/>
          </a:xfrm>
        </p:spPr>
        <p:txBody>
          <a:bodyPr/>
          <a:lstStyle/>
          <a:p>
            <a:r>
              <a:rPr lang="en-GB" dirty="0"/>
              <a:t>Measurement for automation and industrial production, </a:t>
            </a:r>
            <a:r>
              <a:rPr lang="en-GB" dirty="0" err="1"/>
              <a:t>a.y</a:t>
            </a:r>
            <a:r>
              <a:rPr lang="en-GB" dirty="0"/>
              <a:t>. 2024-2025</a:t>
            </a:r>
          </a:p>
        </p:txBody>
      </p:sp>
      <p:sp>
        <p:nvSpPr>
          <p:cNvPr id="4" name="Footer Placeholder 12">
            <a:extLst>
              <a:ext uri="{FF2B5EF4-FFF2-40B4-BE49-F238E27FC236}">
                <a16:creationId xmlns:a16="http://schemas.microsoft.com/office/drawing/2014/main" id="{5CC72B05-498A-4A8C-8856-058B71308721}"/>
              </a:ext>
            </a:extLst>
          </p:cNvPr>
          <p:cNvSpPr>
            <a:spLocks noGrp="1"/>
          </p:cNvSpPr>
          <p:nvPr>
            <p:ph type="ftr" sz="quarter" idx="11"/>
          </p:nvPr>
        </p:nvSpPr>
        <p:spPr>
          <a:xfrm>
            <a:off x="1141413" y="6340037"/>
            <a:ext cx="6239309" cy="365125"/>
          </a:xfrm>
        </p:spPr>
        <p:txBody>
          <a:bodyPr/>
          <a:lstStyle/>
          <a:p>
            <a:pPr lvl="0" defTabSz="914400">
              <a:spcAft>
                <a:spcPts val="600"/>
              </a:spcAft>
            </a:pPr>
            <a:r>
              <a:rPr lang="en-GB" dirty="0"/>
              <a:t>Flow Transducer Calibration project</a:t>
            </a:r>
            <a:endParaRPr lang="en-US" dirty="0"/>
          </a:p>
        </p:txBody>
      </p:sp>
    </p:spTree>
    <p:extLst>
      <p:ext uri="{BB962C8B-B14F-4D97-AF65-F5344CB8AC3E}">
        <p14:creationId xmlns:p14="http://schemas.microsoft.com/office/powerpoint/2010/main" val="16247089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D8E10F-AC1A-16DD-4C58-9191789A4C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3DA849-AE84-6A07-925F-840B8DFA6BF7}"/>
              </a:ext>
            </a:extLst>
          </p:cNvPr>
          <p:cNvSpPr>
            <a:spLocks noGrp="1"/>
          </p:cNvSpPr>
          <p:nvPr>
            <p:ph type="title"/>
          </p:nvPr>
        </p:nvSpPr>
        <p:spPr>
          <a:xfrm>
            <a:off x="1137308" y="-235211"/>
            <a:ext cx="9905999" cy="1905000"/>
          </a:xfrm>
        </p:spPr>
        <p:txBody>
          <a:bodyPr/>
          <a:lstStyle/>
          <a:p>
            <a:pPr algn="ctr"/>
            <a:r>
              <a:rPr lang="it-IT"/>
              <a:t>Results</a:t>
            </a:r>
            <a:endParaRPr lang="en-GB"/>
          </a:p>
        </p:txBody>
      </p:sp>
      <p:sp>
        <p:nvSpPr>
          <p:cNvPr id="3" name="Text Placeholder 2">
            <a:extLst>
              <a:ext uri="{FF2B5EF4-FFF2-40B4-BE49-F238E27FC236}">
                <a16:creationId xmlns:a16="http://schemas.microsoft.com/office/drawing/2014/main" id="{9233F9D9-50EB-8A32-5A62-4734E0CADF10}"/>
              </a:ext>
            </a:extLst>
          </p:cNvPr>
          <p:cNvSpPr>
            <a:spLocks noGrp="1"/>
          </p:cNvSpPr>
          <p:nvPr>
            <p:ph type="body" idx="1"/>
          </p:nvPr>
        </p:nvSpPr>
        <p:spPr>
          <a:xfrm>
            <a:off x="2245288" y="4404596"/>
            <a:ext cx="3195240" cy="576262"/>
          </a:xfrm>
        </p:spPr>
        <p:txBody>
          <a:bodyPr/>
          <a:lstStyle/>
          <a:p>
            <a:pPr algn="ctr"/>
            <a:r>
              <a:rPr lang="it-IT" sz="1600"/>
              <a:t>Combined ascending, descending graph (I)</a:t>
            </a:r>
            <a:endParaRPr lang="en-GB" sz="1600"/>
          </a:p>
        </p:txBody>
      </p:sp>
      <p:pic>
        <p:nvPicPr>
          <p:cNvPr id="16" name="Picture Placeholder 15">
            <a:extLst>
              <a:ext uri="{FF2B5EF4-FFF2-40B4-BE49-F238E27FC236}">
                <a16:creationId xmlns:a16="http://schemas.microsoft.com/office/drawing/2014/main" id="{80A1C48F-DBAC-4296-9650-13D5EF7A3F54}"/>
              </a:ext>
            </a:extLst>
          </p:cNvPr>
          <p:cNvPicPr>
            <a:picLocks noGrp="1" noChangeAspect="1"/>
          </p:cNvPicPr>
          <p:nvPr>
            <p:ph type="pic" idx="15"/>
          </p:nvPr>
        </p:nvPicPr>
        <p:blipFill>
          <a:blip r:embed="rId3"/>
          <a:srcRect l="-3407" t="-3856" r="-1" b="-3517"/>
          <a:stretch>
            <a:fillRect/>
          </a:stretch>
        </p:blipFill>
        <p:spPr>
          <a:xfrm>
            <a:off x="1647568" y="1166048"/>
            <a:ext cx="3792960" cy="3238548"/>
          </a:xfrm>
        </p:spPr>
      </p:pic>
      <p:sp>
        <p:nvSpPr>
          <p:cNvPr id="5" name="Text Placeholder 4">
            <a:extLst>
              <a:ext uri="{FF2B5EF4-FFF2-40B4-BE49-F238E27FC236}">
                <a16:creationId xmlns:a16="http://schemas.microsoft.com/office/drawing/2014/main" id="{BA90FFEE-22CF-AF23-7F13-532E9D26DDBE}"/>
              </a:ext>
            </a:extLst>
          </p:cNvPr>
          <p:cNvSpPr>
            <a:spLocks noGrp="1"/>
          </p:cNvSpPr>
          <p:nvPr>
            <p:ph type="body" sz="half" idx="18"/>
          </p:nvPr>
        </p:nvSpPr>
        <p:spPr>
          <a:xfrm>
            <a:off x="2245288" y="4980858"/>
            <a:ext cx="3195240" cy="817843"/>
          </a:xfrm>
        </p:spPr>
        <p:txBody>
          <a:bodyPr>
            <a:normAutofit/>
          </a:bodyPr>
          <a:lstStyle/>
          <a:p>
            <a:r>
              <a:rPr lang="en-GB"/>
              <a:t>When air-pump temperature is held constant.</a:t>
            </a:r>
          </a:p>
        </p:txBody>
      </p:sp>
      <p:sp>
        <p:nvSpPr>
          <p:cNvPr id="6" name="Text Placeholder 5">
            <a:extLst>
              <a:ext uri="{FF2B5EF4-FFF2-40B4-BE49-F238E27FC236}">
                <a16:creationId xmlns:a16="http://schemas.microsoft.com/office/drawing/2014/main" id="{0F16E6E4-D498-102B-3AFB-C63F5BA6F913}"/>
              </a:ext>
            </a:extLst>
          </p:cNvPr>
          <p:cNvSpPr>
            <a:spLocks noGrp="1"/>
          </p:cNvSpPr>
          <p:nvPr>
            <p:ph type="body" sz="quarter" idx="3"/>
          </p:nvPr>
        </p:nvSpPr>
        <p:spPr>
          <a:xfrm>
            <a:off x="6870299" y="4399113"/>
            <a:ext cx="3200400" cy="576262"/>
          </a:xfrm>
        </p:spPr>
        <p:txBody>
          <a:bodyPr/>
          <a:lstStyle/>
          <a:p>
            <a:pPr algn="ctr"/>
            <a:r>
              <a:rPr lang="it-IT" sz="1600"/>
              <a:t>Combined ascending, descending graph (II)</a:t>
            </a:r>
            <a:endParaRPr lang="en-GB" sz="1600"/>
          </a:p>
        </p:txBody>
      </p:sp>
      <p:sp>
        <p:nvSpPr>
          <p:cNvPr id="8" name="Text Placeholder 7">
            <a:extLst>
              <a:ext uri="{FF2B5EF4-FFF2-40B4-BE49-F238E27FC236}">
                <a16:creationId xmlns:a16="http://schemas.microsoft.com/office/drawing/2014/main" id="{C075BA9F-E316-E87C-5A57-981F1446780C}"/>
              </a:ext>
            </a:extLst>
          </p:cNvPr>
          <p:cNvSpPr>
            <a:spLocks noGrp="1"/>
          </p:cNvSpPr>
          <p:nvPr>
            <p:ph type="body" sz="half" idx="19"/>
          </p:nvPr>
        </p:nvSpPr>
        <p:spPr>
          <a:xfrm>
            <a:off x="7186696" y="4962972"/>
            <a:ext cx="2884003" cy="755056"/>
          </a:xfrm>
        </p:spPr>
        <p:txBody>
          <a:bodyPr>
            <a:noAutofit/>
          </a:bodyPr>
          <a:lstStyle/>
          <a:p>
            <a:r>
              <a:rPr lang="en-GB"/>
              <a:t>When air-pump temperature varies during the calibration cycle.</a:t>
            </a:r>
          </a:p>
        </p:txBody>
      </p:sp>
      <p:sp>
        <p:nvSpPr>
          <p:cNvPr id="4" name="Slide Number Placeholder 5">
            <a:extLst>
              <a:ext uri="{FF2B5EF4-FFF2-40B4-BE49-F238E27FC236}">
                <a16:creationId xmlns:a16="http://schemas.microsoft.com/office/drawing/2014/main" id="{EC8888AB-3874-FC70-C08C-247ED835B4A9}"/>
              </a:ext>
            </a:extLst>
          </p:cNvPr>
          <p:cNvSpPr txBox="1">
            <a:spLocks/>
          </p:cNvSpPr>
          <p:nvPr/>
        </p:nvSpPr>
        <p:spPr>
          <a:xfrm>
            <a:off x="11794067" y="6394512"/>
            <a:ext cx="338666" cy="305801"/>
          </a:xfrm>
          <a:prstGeom prst="rect">
            <a:avLst/>
          </a:prstGeom>
        </p:spPr>
        <p:txBody>
          <a:bodyPr rtlCol="0"/>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39607A7-8386-47DB-8578-DDEDD194E5D4}" type="slidenum">
              <a:rPr lang="en-GB" sz="800" smtClean="0"/>
              <a:pPr/>
              <a:t>13</a:t>
            </a:fld>
            <a:endParaRPr lang="en-GB" sz="1050" dirty="0"/>
          </a:p>
        </p:txBody>
      </p:sp>
      <p:sp>
        <p:nvSpPr>
          <p:cNvPr id="7" name="Date Placeholder 11">
            <a:extLst>
              <a:ext uri="{FF2B5EF4-FFF2-40B4-BE49-F238E27FC236}">
                <a16:creationId xmlns:a16="http://schemas.microsoft.com/office/drawing/2014/main" id="{3C0BF5F7-345C-F241-7FC8-EA97E7F2268E}"/>
              </a:ext>
            </a:extLst>
          </p:cNvPr>
          <p:cNvSpPr>
            <a:spLocks noGrp="1"/>
          </p:cNvSpPr>
          <p:nvPr>
            <p:ph type="dt" sz="half" idx="10"/>
          </p:nvPr>
        </p:nvSpPr>
        <p:spPr>
          <a:xfrm>
            <a:off x="8076336" y="6400265"/>
            <a:ext cx="2966971" cy="365125"/>
          </a:xfrm>
        </p:spPr>
        <p:txBody>
          <a:bodyPr/>
          <a:lstStyle/>
          <a:p>
            <a:r>
              <a:rPr lang="en-GB" dirty="0"/>
              <a:t>Measurement for automation and industrial production, </a:t>
            </a:r>
            <a:r>
              <a:rPr lang="en-GB" dirty="0" err="1"/>
              <a:t>a.y</a:t>
            </a:r>
            <a:r>
              <a:rPr lang="en-GB" dirty="0"/>
              <a:t>. 2024-2025</a:t>
            </a:r>
          </a:p>
        </p:txBody>
      </p:sp>
      <p:sp>
        <p:nvSpPr>
          <p:cNvPr id="10" name="Footer Placeholder 12">
            <a:extLst>
              <a:ext uri="{FF2B5EF4-FFF2-40B4-BE49-F238E27FC236}">
                <a16:creationId xmlns:a16="http://schemas.microsoft.com/office/drawing/2014/main" id="{BA56D8E3-4001-1680-1894-EFB7F033DEF2}"/>
              </a:ext>
            </a:extLst>
          </p:cNvPr>
          <p:cNvSpPr>
            <a:spLocks noGrp="1"/>
          </p:cNvSpPr>
          <p:nvPr>
            <p:ph type="ftr" sz="quarter" idx="11"/>
          </p:nvPr>
        </p:nvSpPr>
        <p:spPr>
          <a:xfrm>
            <a:off x="1141413" y="6340037"/>
            <a:ext cx="6239309" cy="365125"/>
          </a:xfrm>
        </p:spPr>
        <p:txBody>
          <a:bodyPr/>
          <a:lstStyle/>
          <a:p>
            <a:pPr lvl="0" defTabSz="914400">
              <a:spcAft>
                <a:spcPts val="600"/>
              </a:spcAft>
            </a:pPr>
            <a:r>
              <a:rPr lang="en-GB" dirty="0"/>
              <a:t>Flow Transducer Calibration project</a:t>
            </a:r>
            <a:endParaRPr lang="en-US" dirty="0"/>
          </a:p>
        </p:txBody>
      </p:sp>
      <p:pic>
        <p:nvPicPr>
          <p:cNvPr id="17" name="Picture Placeholder 15">
            <a:extLst>
              <a:ext uri="{FF2B5EF4-FFF2-40B4-BE49-F238E27FC236}">
                <a16:creationId xmlns:a16="http://schemas.microsoft.com/office/drawing/2014/main" id="{8BF79401-EA28-D3C4-E719-46A258B1B4D7}"/>
              </a:ext>
            </a:extLst>
          </p:cNvPr>
          <p:cNvPicPr>
            <a:picLocks noChangeAspect="1"/>
          </p:cNvPicPr>
          <p:nvPr/>
        </p:nvPicPr>
        <p:blipFill>
          <a:blip r:embed="rId4"/>
          <a:srcRect l="-3569" t="-3588" b="-4263"/>
          <a:stretch>
            <a:fillRect/>
          </a:stretch>
        </p:blipFill>
        <p:spPr>
          <a:xfrm>
            <a:off x="6574019" y="1141097"/>
            <a:ext cx="3747656" cy="3199866"/>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pic>
    </p:spTree>
    <p:extLst>
      <p:ext uri="{BB962C8B-B14F-4D97-AF65-F5344CB8AC3E}">
        <p14:creationId xmlns:p14="http://schemas.microsoft.com/office/powerpoint/2010/main" val="19634537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DD0A8B-7ADB-E29B-3E94-EF8B662963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5EBCFF-F3F8-1A2C-FE8F-12ACF5DA69BC}"/>
              </a:ext>
            </a:extLst>
          </p:cNvPr>
          <p:cNvSpPr>
            <a:spLocks noGrp="1"/>
          </p:cNvSpPr>
          <p:nvPr>
            <p:ph type="title"/>
          </p:nvPr>
        </p:nvSpPr>
        <p:spPr>
          <a:xfrm>
            <a:off x="1143000" y="-246342"/>
            <a:ext cx="9905999" cy="1905000"/>
          </a:xfrm>
        </p:spPr>
        <p:txBody>
          <a:bodyPr/>
          <a:lstStyle/>
          <a:p>
            <a:pPr algn="ctr"/>
            <a:r>
              <a:rPr lang="it-IT"/>
              <a:t>LINEAR REGRESSION</a:t>
            </a:r>
            <a:endParaRPr lang="en-GB"/>
          </a:p>
        </p:txBody>
      </p:sp>
      <p:sp>
        <p:nvSpPr>
          <p:cNvPr id="3" name="Text Placeholder 2">
            <a:extLst>
              <a:ext uri="{FF2B5EF4-FFF2-40B4-BE49-F238E27FC236}">
                <a16:creationId xmlns:a16="http://schemas.microsoft.com/office/drawing/2014/main" id="{F3AD93C9-6CC8-EBEF-057C-1D390422434F}"/>
              </a:ext>
            </a:extLst>
          </p:cNvPr>
          <p:cNvSpPr>
            <a:spLocks noGrp="1"/>
          </p:cNvSpPr>
          <p:nvPr>
            <p:ph type="body" idx="1"/>
          </p:nvPr>
        </p:nvSpPr>
        <p:spPr>
          <a:xfrm>
            <a:off x="6727442" y="4625662"/>
            <a:ext cx="3973512" cy="576262"/>
          </a:xfrm>
        </p:spPr>
        <p:txBody>
          <a:bodyPr/>
          <a:lstStyle/>
          <a:p>
            <a:pPr algn="ctr"/>
            <a:r>
              <a:rPr lang="en-GB" sz="1400"/>
              <a:t>DESCENDING Phase dataset</a:t>
            </a:r>
            <a:endParaRPr lang="en-GB" sz="1100"/>
          </a:p>
        </p:txBody>
      </p:sp>
      <p:pic>
        <p:nvPicPr>
          <p:cNvPr id="27" name="Picture Placeholder 15">
            <a:extLst>
              <a:ext uri="{FF2B5EF4-FFF2-40B4-BE49-F238E27FC236}">
                <a16:creationId xmlns:a16="http://schemas.microsoft.com/office/drawing/2014/main" id="{057BB119-D968-515C-4C06-5CB4CA9CE839}"/>
              </a:ext>
            </a:extLst>
          </p:cNvPr>
          <p:cNvPicPr>
            <a:picLocks noChangeAspect="1"/>
          </p:cNvPicPr>
          <p:nvPr/>
        </p:nvPicPr>
        <p:blipFill>
          <a:blip r:embed="rId3"/>
          <a:srcRect l="-8901" t="-1502" r="-6584" b="-2706"/>
          <a:stretch>
            <a:fillRect/>
          </a:stretch>
        </p:blipFill>
        <p:spPr>
          <a:xfrm>
            <a:off x="6588836" y="1524001"/>
            <a:ext cx="4250725" cy="312214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pic>
      <p:sp>
        <p:nvSpPr>
          <p:cNvPr id="4" name="Slide Number Placeholder 5">
            <a:extLst>
              <a:ext uri="{FF2B5EF4-FFF2-40B4-BE49-F238E27FC236}">
                <a16:creationId xmlns:a16="http://schemas.microsoft.com/office/drawing/2014/main" id="{4610F4F6-8F70-F136-3E5E-0B6950748261}"/>
              </a:ext>
            </a:extLst>
          </p:cNvPr>
          <p:cNvSpPr txBox="1">
            <a:spLocks/>
          </p:cNvSpPr>
          <p:nvPr/>
        </p:nvSpPr>
        <p:spPr>
          <a:xfrm>
            <a:off x="11794067" y="6394512"/>
            <a:ext cx="338666" cy="305801"/>
          </a:xfrm>
          <a:prstGeom prst="rect">
            <a:avLst/>
          </a:prstGeom>
        </p:spPr>
        <p:txBody>
          <a:bodyPr rtlCol="0"/>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39607A7-8386-47DB-8578-DDEDD194E5D4}" type="slidenum">
              <a:rPr lang="en-GB" sz="800" smtClean="0"/>
              <a:pPr/>
              <a:t>14</a:t>
            </a:fld>
            <a:endParaRPr lang="en-GB" sz="1050" dirty="0"/>
          </a:p>
        </p:txBody>
      </p:sp>
      <p:sp>
        <p:nvSpPr>
          <p:cNvPr id="6" name="Date Placeholder 11">
            <a:extLst>
              <a:ext uri="{FF2B5EF4-FFF2-40B4-BE49-F238E27FC236}">
                <a16:creationId xmlns:a16="http://schemas.microsoft.com/office/drawing/2014/main" id="{5430F760-12CE-550F-1A4C-59978F772EE2}"/>
              </a:ext>
            </a:extLst>
          </p:cNvPr>
          <p:cNvSpPr>
            <a:spLocks noGrp="1"/>
          </p:cNvSpPr>
          <p:nvPr>
            <p:ph type="dt" sz="half" idx="10"/>
          </p:nvPr>
        </p:nvSpPr>
        <p:spPr>
          <a:xfrm>
            <a:off x="8076336" y="6400265"/>
            <a:ext cx="2966971" cy="365125"/>
          </a:xfrm>
        </p:spPr>
        <p:txBody>
          <a:bodyPr/>
          <a:lstStyle/>
          <a:p>
            <a:r>
              <a:rPr lang="en-GB" dirty="0"/>
              <a:t>Measurement for automation and industrial production, </a:t>
            </a:r>
            <a:r>
              <a:rPr lang="en-GB" dirty="0" err="1"/>
              <a:t>a.y</a:t>
            </a:r>
            <a:r>
              <a:rPr lang="en-GB" dirty="0"/>
              <a:t>. 2024-2025</a:t>
            </a:r>
          </a:p>
        </p:txBody>
      </p:sp>
      <p:sp>
        <p:nvSpPr>
          <p:cNvPr id="7" name="Footer Placeholder 12">
            <a:extLst>
              <a:ext uri="{FF2B5EF4-FFF2-40B4-BE49-F238E27FC236}">
                <a16:creationId xmlns:a16="http://schemas.microsoft.com/office/drawing/2014/main" id="{FEAD443F-DC35-C570-C4AB-5019E3AAA198}"/>
              </a:ext>
            </a:extLst>
          </p:cNvPr>
          <p:cNvSpPr>
            <a:spLocks noGrp="1"/>
          </p:cNvSpPr>
          <p:nvPr>
            <p:ph type="ftr" sz="quarter" idx="11"/>
          </p:nvPr>
        </p:nvSpPr>
        <p:spPr>
          <a:xfrm>
            <a:off x="1141413" y="6340037"/>
            <a:ext cx="6239309" cy="365125"/>
          </a:xfrm>
        </p:spPr>
        <p:txBody>
          <a:bodyPr/>
          <a:lstStyle/>
          <a:p>
            <a:pPr lvl="0" defTabSz="914400">
              <a:spcAft>
                <a:spcPts val="600"/>
              </a:spcAft>
            </a:pPr>
            <a:r>
              <a:rPr lang="en-GB" dirty="0"/>
              <a:t>Flow Transducer Calibration project</a:t>
            </a:r>
            <a:endParaRPr lang="en-US" dirty="0"/>
          </a:p>
        </p:txBody>
      </p:sp>
      <p:sp>
        <p:nvSpPr>
          <p:cNvPr id="15" name="Text Placeholder 2">
            <a:extLst>
              <a:ext uri="{FF2B5EF4-FFF2-40B4-BE49-F238E27FC236}">
                <a16:creationId xmlns:a16="http://schemas.microsoft.com/office/drawing/2014/main" id="{81410FB2-83C2-4DE8-A505-DCC778E239BA}"/>
              </a:ext>
            </a:extLst>
          </p:cNvPr>
          <p:cNvSpPr txBox="1">
            <a:spLocks/>
          </p:cNvSpPr>
          <p:nvPr/>
        </p:nvSpPr>
        <p:spPr>
          <a:xfrm>
            <a:off x="1084523" y="4625662"/>
            <a:ext cx="3973512" cy="576262"/>
          </a:xfrm>
          <a:prstGeom prst="rect">
            <a:avLst/>
          </a:prstGeom>
        </p:spPr>
        <p:txBody>
          <a:bodyPr vert="horz" lIns="91440" tIns="45720" rIns="91440" bIns="45720" rtlCol="0" anchor="b">
            <a:noAutofit/>
          </a:bodyPr>
          <a:lstStyle>
            <a:lvl1pPr marL="0" indent="0" algn="l" defTabSz="914400" rtl="0" eaLnBrk="1" latinLnBrk="0" hangingPunct="1">
              <a:lnSpc>
                <a:spcPct val="90000"/>
              </a:lnSpc>
              <a:spcBef>
                <a:spcPts val="1000"/>
              </a:spcBef>
              <a:buSzPct val="125000"/>
              <a:buFont typeface="Arial" panose="020B0604020202020204" pitchFamily="34" charset="0"/>
              <a:buNone/>
              <a:defRPr sz="2000" b="0" kern="1200" cap="all" baseline="0">
                <a:solidFill>
                  <a:schemeClr val="tx1"/>
                </a:solidFill>
                <a:latin typeface="+mn-lt"/>
                <a:ea typeface="+mn-ea"/>
                <a:cs typeface="+mn-cs"/>
              </a:defRPr>
            </a:lvl1pPr>
            <a:lvl2pPr marL="457200" indent="0" algn="l" defTabSz="914400" rtl="0" eaLnBrk="1" latinLnBrk="0" hangingPunct="1">
              <a:lnSpc>
                <a:spcPct val="120000"/>
              </a:lnSpc>
              <a:spcBef>
                <a:spcPts val="500"/>
              </a:spcBef>
              <a:buSzPct val="125000"/>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120000"/>
              </a:lnSpc>
              <a:spcBef>
                <a:spcPts val="500"/>
              </a:spcBef>
              <a:buSzPct val="125000"/>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120000"/>
              </a:lnSpc>
              <a:spcBef>
                <a:spcPts val="500"/>
              </a:spcBef>
              <a:buSzPct val="125000"/>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120000"/>
              </a:lnSpc>
              <a:spcBef>
                <a:spcPts val="500"/>
              </a:spcBef>
              <a:buSzPct val="125000"/>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120000"/>
              </a:lnSpc>
              <a:spcBef>
                <a:spcPts val="500"/>
              </a:spcBef>
              <a:buSzPct val="125000"/>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120000"/>
              </a:lnSpc>
              <a:spcBef>
                <a:spcPts val="500"/>
              </a:spcBef>
              <a:buSzPct val="125000"/>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120000"/>
              </a:lnSpc>
              <a:spcBef>
                <a:spcPts val="500"/>
              </a:spcBef>
              <a:buSzPct val="125000"/>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120000"/>
              </a:lnSpc>
              <a:spcBef>
                <a:spcPts val="500"/>
              </a:spcBef>
              <a:buSzPct val="125000"/>
              <a:buFont typeface="Arial" panose="020B0604020202020204" pitchFamily="34" charset="0"/>
              <a:buNone/>
              <a:defRPr sz="1600" b="1" kern="1200">
                <a:solidFill>
                  <a:schemeClr val="tx1"/>
                </a:solidFill>
                <a:latin typeface="+mn-lt"/>
                <a:ea typeface="+mn-ea"/>
                <a:cs typeface="+mn-cs"/>
              </a:defRPr>
            </a:lvl9pPr>
          </a:lstStyle>
          <a:p>
            <a:pPr algn="ctr"/>
            <a:r>
              <a:rPr lang="en-GB" sz="1400"/>
              <a:t>Ascending Phase dataset</a:t>
            </a:r>
            <a:endParaRPr lang="en-GB" sz="1100"/>
          </a:p>
        </p:txBody>
      </p:sp>
      <p:pic>
        <p:nvPicPr>
          <p:cNvPr id="17" name="Picture Placeholder 15">
            <a:extLst>
              <a:ext uri="{FF2B5EF4-FFF2-40B4-BE49-F238E27FC236}">
                <a16:creationId xmlns:a16="http://schemas.microsoft.com/office/drawing/2014/main" id="{00B02297-9C5A-13C5-BBEA-94FF2B1DFA1B}"/>
              </a:ext>
            </a:extLst>
          </p:cNvPr>
          <p:cNvPicPr>
            <a:picLocks noChangeAspect="1"/>
          </p:cNvPicPr>
          <p:nvPr/>
        </p:nvPicPr>
        <p:blipFill>
          <a:blip r:embed="rId3"/>
          <a:srcRect l="-8901" t="-1502" r="-6584" b="-2706"/>
          <a:stretch>
            <a:fillRect/>
          </a:stretch>
        </p:blipFill>
        <p:spPr>
          <a:xfrm>
            <a:off x="945917" y="1524001"/>
            <a:ext cx="4250725" cy="312214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pic>
      <p:sp>
        <p:nvSpPr>
          <p:cNvPr id="18" name="Text Placeholder 4">
            <a:extLst>
              <a:ext uri="{FF2B5EF4-FFF2-40B4-BE49-F238E27FC236}">
                <a16:creationId xmlns:a16="http://schemas.microsoft.com/office/drawing/2014/main" id="{F0DBC70A-0C5D-18CD-8790-510581B5B0B9}"/>
              </a:ext>
            </a:extLst>
          </p:cNvPr>
          <p:cNvSpPr>
            <a:spLocks noGrp="1"/>
          </p:cNvSpPr>
          <p:nvPr>
            <p:ph type="body" sz="half" idx="18"/>
          </p:nvPr>
        </p:nvSpPr>
        <p:spPr>
          <a:xfrm>
            <a:off x="4331282" y="5333999"/>
            <a:ext cx="3529436" cy="817843"/>
          </a:xfrm>
        </p:spPr>
        <p:txBody>
          <a:bodyPr>
            <a:normAutofit/>
          </a:bodyPr>
          <a:lstStyle/>
          <a:p>
            <a:r>
              <a:rPr lang="en-GB"/>
              <a:t>In both cases, linearity amounts to 1% FSO</a:t>
            </a:r>
          </a:p>
        </p:txBody>
      </p:sp>
    </p:spTree>
    <p:extLst>
      <p:ext uri="{BB962C8B-B14F-4D97-AF65-F5344CB8AC3E}">
        <p14:creationId xmlns:p14="http://schemas.microsoft.com/office/powerpoint/2010/main" val="38986447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4ADC39-6085-6C2C-F05C-B57AA037D8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85B94E-4FEB-EB68-5ED5-420CD5B9506C}"/>
              </a:ext>
            </a:extLst>
          </p:cNvPr>
          <p:cNvSpPr>
            <a:spLocks noGrp="1"/>
          </p:cNvSpPr>
          <p:nvPr>
            <p:ph type="title"/>
          </p:nvPr>
        </p:nvSpPr>
        <p:spPr>
          <a:xfrm>
            <a:off x="1148217" y="-169895"/>
            <a:ext cx="9905999" cy="1905000"/>
          </a:xfrm>
        </p:spPr>
        <p:txBody>
          <a:bodyPr/>
          <a:lstStyle/>
          <a:p>
            <a:pPr algn="ctr"/>
            <a:r>
              <a:rPr lang="it-IT"/>
              <a:t>CALIBRATION CURVE</a:t>
            </a:r>
            <a:endParaRPr lang="en-GB"/>
          </a:p>
        </p:txBody>
      </p:sp>
      <p:sp>
        <p:nvSpPr>
          <p:cNvPr id="3" name="Text Placeholder 2">
            <a:extLst>
              <a:ext uri="{FF2B5EF4-FFF2-40B4-BE49-F238E27FC236}">
                <a16:creationId xmlns:a16="http://schemas.microsoft.com/office/drawing/2014/main" id="{01B46B9D-EE75-35E9-5224-64A056F24088}"/>
              </a:ext>
            </a:extLst>
          </p:cNvPr>
          <p:cNvSpPr>
            <a:spLocks noGrp="1"/>
          </p:cNvSpPr>
          <p:nvPr>
            <p:ph type="body" idx="1"/>
          </p:nvPr>
        </p:nvSpPr>
        <p:spPr>
          <a:xfrm>
            <a:off x="6727442" y="4625662"/>
            <a:ext cx="3973512" cy="576262"/>
          </a:xfrm>
        </p:spPr>
        <p:txBody>
          <a:bodyPr/>
          <a:lstStyle/>
          <a:p>
            <a:pPr algn="ctr"/>
            <a:r>
              <a:rPr lang="en-GB" sz="1400"/>
              <a:t>Hysteresis graph</a:t>
            </a:r>
            <a:endParaRPr lang="en-GB" sz="1100"/>
          </a:p>
        </p:txBody>
      </p:sp>
      <p:pic>
        <p:nvPicPr>
          <p:cNvPr id="27" name="Picture Placeholder 15">
            <a:extLst>
              <a:ext uri="{FF2B5EF4-FFF2-40B4-BE49-F238E27FC236}">
                <a16:creationId xmlns:a16="http://schemas.microsoft.com/office/drawing/2014/main" id="{149884BC-87EE-A2E1-8A91-3C1A94C31216}"/>
              </a:ext>
            </a:extLst>
          </p:cNvPr>
          <p:cNvPicPr>
            <a:picLocks noChangeAspect="1"/>
          </p:cNvPicPr>
          <p:nvPr/>
        </p:nvPicPr>
        <p:blipFill>
          <a:blip r:embed="rId3"/>
          <a:srcRect t="5212"/>
          <a:stretch>
            <a:fillRect/>
          </a:stretch>
        </p:blipFill>
        <p:spPr>
          <a:xfrm>
            <a:off x="6588836" y="1524001"/>
            <a:ext cx="4250725" cy="312214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pic>
      <p:sp>
        <p:nvSpPr>
          <p:cNvPr id="4" name="Slide Number Placeholder 5">
            <a:extLst>
              <a:ext uri="{FF2B5EF4-FFF2-40B4-BE49-F238E27FC236}">
                <a16:creationId xmlns:a16="http://schemas.microsoft.com/office/drawing/2014/main" id="{6E895A83-1E30-6437-D755-06F4DA671F99}"/>
              </a:ext>
            </a:extLst>
          </p:cNvPr>
          <p:cNvSpPr txBox="1">
            <a:spLocks/>
          </p:cNvSpPr>
          <p:nvPr/>
        </p:nvSpPr>
        <p:spPr>
          <a:xfrm>
            <a:off x="11794067" y="6394512"/>
            <a:ext cx="338666" cy="305801"/>
          </a:xfrm>
          <a:prstGeom prst="rect">
            <a:avLst/>
          </a:prstGeom>
        </p:spPr>
        <p:txBody>
          <a:bodyPr rtlCol="0"/>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39607A7-8386-47DB-8578-DDEDD194E5D4}" type="slidenum">
              <a:rPr lang="en-GB" sz="800" smtClean="0"/>
              <a:pPr/>
              <a:t>15</a:t>
            </a:fld>
            <a:endParaRPr lang="en-GB" sz="1050" dirty="0"/>
          </a:p>
        </p:txBody>
      </p:sp>
      <p:sp>
        <p:nvSpPr>
          <p:cNvPr id="6" name="Date Placeholder 11">
            <a:extLst>
              <a:ext uri="{FF2B5EF4-FFF2-40B4-BE49-F238E27FC236}">
                <a16:creationId xmlns:a16="http://schemas.microsoft.com/office/drawing/2014/main" id="{7C933690-7F60-92C2-016E-2EB33CB7F5A0}"/>
              </a:ext>
            </a:extLst>
          </p:cNvPr>
          <p:cNvSpPr>
            <a:spLocks noGrp="1"/>
          </p:cNvSpPr>
          <p:nvPr>
            <p:ph type="dt" sz="half" idx="10"/>
          </p:nvPr>
        </p:nvSpPr>
        <p:spPr>
          <a:xfrm>
            <a:off x="8076336" y="6400265"/>
            <a:ext cx="2966971" cy="365125"/>
          </a:xfrm>
        </p:spPr>
        <p:txBody>
          <a:bodyPr/>
          <a:lstStyle/>
          <a:p>
            <a:r>
              <a:rPr lang="en-GB" dirty="0"/>
              <a:t>Measurement for automation and industrial production, </a:t>
            </a:r>
            <a:r>
              <a:rPr lang="en-GB" dirty="0" err="1"/>
              <a:t>a.y</a:t>
            </a:r>
            <a:r>
              <a:rPr lang="en-GB" dirty="0"/>
              <a:t>. 2024-2025</a:t>
            </a:r>
          </a:p>
        </p:txBody>
      </p:sp>
      <p:sp>
        <p:nvSpPr>
          <p:cNvPr id="7" name="Footer Placeholder 12">
            <a:extLst>
              <a:ext uri="{FF2B5EF4-FFF2-40B4-BE49-F238E27FC236}">
                <a16:creationId xmlns:a16="http://schemas.microsoft.com/office/drawing/2014/main" id="{7A51EB43-F36B-A8F4-B75D-6C101B08B6F8}"/>
              </a:ext>
            </a:extLst>
          </p:cNvPr>
          <p:cNvSpPr>
            <a:spLocks noGrp="1"/>
          </p:cNvSpPr>
          <p:nvPr>
            <p:ph type="ftr" sz="quarter" idx="11"/>
          </p:nvPr>
        </p:nvSpPr>
        <p:spPr>
          <a:xfrm>
            <a:off x="1141413" y="6340037"/>
            <a:ext cx="6239309" cy="365125"/>
          </a:xfrm>
        </p:spPr>
        <p:txBody>
          <a:bodyPr/>
          <a:lstStyle/>
          <a:p>
            <a:pPr lvl="0" defTabSz="914400">
              <a:spcAft>
                <a:spcPts val="600"/>
              </a:spcAft>
            </a:pPr>
            <a:r>
              <a:rPr lang="en-GB" dirty="0"/>
              <a:t>Flow Transducer Calibration project</a:t>
            </a:r>
            <a:endParaRPr lang="en-US" dirty="0"/>
          </a:p>
        </p:txBody>
      </p:sp>
      <p:sp>
        <p:nvSpPr>
          <p:cNvPr id="15" name="Text Placeholder 2">
            <a:extLst>
              <a:ext uri="{FF2B5EF4-FFF2-40B4-BE49-F238E27FC236}">
                <a16:creationId xmlns:a16="http://schemas.microsoft.com/office/drawing/2014/main" id="{FD282941-0868-C9A3-0704-2AC5DBA7BE5F}"/>
              </a:ext>
            </a:extLst>
          </p:cNvPr>
          <p:cNvSpPr txBox="1">
            <a:spLocks/>
          </p:cNvSpPr>
          <p:nvPr/>
        </p:nvSpPr>
        <p:spPr>
          <a:xfrm>
            <a:off x="1084523" y="4625662"/>
            <a:ext cx="3973512" cy="576262"/>
          </a:xfrm>
          <a:prstGeom prst="rect">
            <a:avLst/>
          </a:prstGeom>
        </p:spPr>
        <p:txBody>
          <a:bodyPr vert="horz" lIns="91440" tIns="45720" rIns="91440" bIns="45720" rtlCol="0" anchor="b">
            <a:noAutofit/>
          </a:bodyPr>
          <a:lstStyle>
            <a:lvl1pPr marL="0" indent="0" algn="l" defTabSz="914400" rtl="0" eaLnBrk="1" latinLnBrk="0" hangingPunct="1">
              <a:lnSpc>
                <a:spcPct val="90000"/>
              </a:lnSpc>
              <a:spcBef>
                <a:spcPts val="1000"/>
              </a:spcBef>
              <a:buSzPct val="125000"/>
              <a:buFont typeface="Arial" panose="020B0604020202020204" pitchFamily="34" charset="0"/>
              <a:buNone/>
              <a:defRPr sz="2000" b="0" kern="1200" cap="all" baseline="0">
                <a:solidFill>
                  <a:schemeClr val="tx1"/>
                </a:solidFill>
                <a:latin typeface="+mn-lt"/>
                <a:ea typeface="+mn-ea"/>
                <a:cs typeface="+mn-cs"/>
              </a:defRPr>
            </a:lvl1pPr>
            <a:lvl2pPr marL="457200" indent="0" algn="l" defTabSz="914400" rtl="0" eaLnBrk="1" latinLnBrk="0" hangingPunct="1">
              <a:lnSpc>
                <a:spcPct val="120000"/>
              </a:lnSpc>
              <a:spcBef>
                <a:spcPts val="500"/>
              </a:spcBef>
              <a:buSzPct val="125000"/>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120000"/>
              </a:lnSpc>
              <a:spcBef>
                <a:spcPts val="500"/>
              </a:spcBef>
              <a:buSzPct val="125000"/>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120000"/>
              </a:lnSpc>
              <a:spcBef>
                <a:spcPts val="500"/>
              </a:spcBef>
              <a:buSzPct val="125000"/>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120000"/>
              </a:lnSpc>
              <a:spcBef>
                <a:spcPts val="500"/>
              </a:spcBef>
              <a:buSzPct val="125000"/>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120000"/>
              </a:lnSpc>
              <a:spcBef>
                <a:spcPts val="500"/>
              </a:spcBef>
              <a:buSzPct val="125000"/>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120000"/>
              </a:lnSpc>
              <a:spcBef>
                <a:spcPts val="500"/>
              </a:spcBef>
              <a:buSzPct val="125000"/>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120000"/>
              </a:lnSpc>
              <a:spcBef>
                <a:spcPts val="500"/>
              </a:spcBef>
              <a:buSzPct val="125000"/>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120000"/>
              </a:lnSpc>
              <a:spcBef>
                <a:spcPts val="500"/>
              </a:spcBef>
              <a:buSzPct val="125000"/>
              <a:buFont typeface="Arial" panose="020B0604020202020204" pitchFamily="34" charset="0"/>
              <a:buNone/>
              <a:defRPr sz="1600" b="1" kern="1200">
                <a:solidFill>
                  <a:schemeClr val="tx1"/>
                </a:solidFill>
                <a:latin typeface="+mn-lt"/>
                <a:ea typeface="+mn-ea"/>
                <a:cs typeface="+mn-cs"/>
              </a:defRPr>
            </a:lvl9pPr>
          </a:lstStyle>
          <a:p>
            <a:pPr algn="ctr"/>
            <a:r>
              <a:rPr lang="en-GB" sz="1400"/>
              <a:t>Calibration curve</a:t>
            </a:r>
            <a:endParaRPr lang="en-GB" sz="1100"/>
          </a:p>
        </p:txBody>
      </p:sp>
      <p:pic>
        <p:nvPicPr>
          <p:cNvPr id="17" name="Picture Placeholder 15">
            <a:extLst>
              <a:ext uri="{FF2B5EF4-FFF2-40B4-BE49-F238E27FC236}">
                <a16:creationId xmlns:a16="http://schemas.microsoft.com/office/drawing/2014/main" id="{561004DC-1BC8-86F1-631C-7C6958A19B07}"/>
              </a:ext>
            </a:extLst>
          </p:cNvPr>
          <p:cNvPicPr>
            <a:picLocks noChangeAspect="1"/>
          </p:cNvPicPr>
          <p:nvPr/>
        </p:nvPicPr>
        <p:blipFill>
          <a:blip r:embed="rId4"/>
          <a:srcRect l="719" t="8039" r="1920"/>
          <a:stretch>
            <a:fillRect/>
          </a:stretch>
        </p:blipFill>
        <p:spPr>
          <a:xfrm>
            <a:off x="945917" y="1524001"/>
            <a:ext cx="4250725" cy="312214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pic>
      <p:sp>
        <p:nvSpPr>
          <p:cNvPr id="18" name="Text Placeholder 4">
            <a:extLst>
              <a:ext uri="{FF2B5EF4-FFF2-40B4-BE49-F238E27FC236}">
                <a16:creationId xmlns:a16="http://schemas.microsoft.com/office/drawing/2014/main" id="{FD0410EF-B9F5-DEDF-84D5-F6A93F9A2D6E}"/>
              </a:ext>
            </a:extLst>
          </p:cNvPr>
          <p:cNvSpPr>
            <a:spLocks noGrp="1"/>
          </p:cNvSpPr>
          <p:nvPr>
            <p:ph type="body" sz="half" idx="18"/>
          </p:nvPr>
        </p:nvSpPr>
        <p:spPr>
          <a:xfrm>
            <a:off x="1306561" y="5333999"/>
            <a:ext cx="3529436" cy="817843"/>
          </a:xfrm>
        </p:spPr>
        <p:txBody>
          <a:bodyPr>
            <a:normAutofit/>
          </a:bodyPr>
          <a:lstStyle/>
          <a:p>
            <a:r>
              <a:rPr lang="en-GB"/>
              <a:t>The calibration curve is plotted against the ideal linear characteristic, plus the error bands</a:t>
            </a:r>
          </a:p>
        </p:txBody>
      </p:sp>
      <p:sp>
        <p:nvSpPr>
          <p:cNvPr id="5" name="Text Placeholder 4">
            <a:extLst>
              <a:ext uri="{FF2B5EF4-FFF2-40B4-BE49-F238E27FC236}">
                <a16:creationId xmlns:a16="http://schemas.microsoft.com/office/drawing/2014/main" id="{43F036AD-4FCA-0EFF-AB3C-E869F21D6DAA}"/>
              </a:ext>
            </a:extLst>
          </p:cNvPr>
          <p:cNvSpPr txBox="1">
            <a:spLocks/>
          </p:cNvSpPr>
          <p:nvPr/>
        </p:nvSpPr>
        <p:spPr>
          <a:xfrm>
            <a:off x="6588835" y="5201925"/>
            <a:ext cx="4250725" cy="947864"/>
          </a:xfrm>
          <a:prstGeom prst="rect">
            <a:avLst/>
          </a:prstGeom>
        </p:spPr>
        <p:txBody>
          <a:bodyPr vert="horz" lIns="91440" tIns="45720" rIns="91440" bIns="45720" rtlCol="0" anchor="t">
            <a:normAutofit/>
          </a:bodyPr>
          <a:lstStyle>
            <a:lvl1pPr marL="0" indent="0" algn="l" defTabSz="914400" rtl="0" eaLnBrk="1" latinLnBrk="0" hangingPunct="1">
              <a:lnSpc>
                <a:spcPct val="120000"/>
              </a:lnSpc>
              <a:spcBef>
                <a:spcPts val="1000"/>
              </a:spcBef>
              <a:buSzPct val="125000"/>
              <a:buFont typeface="Arial" panose="020B0604020202020204" pitchFamily="34" charset="0"/>
              <a:buNone/>
              <a:defRPr sz="1400" kern="1200">
                <a:solidFill>
                  <a:schemeClr val="tx1"/>
                </a:solidFill>
                <a:latin typeface="+mn-lt"/>
                <a:ea typeface="+mn-ea"/>
                <a:cs typeface="+mn-cs"/>
              </a:defRPr>
            </a:lvl1pPr>
            <a:lvl2pPr marL="457200" indent="0" algn="l" defTabSz="914400" rtl="0" eaLnBrk="1" latinLnBrk="0" hangingPunct="1">
              <a:lnSpc>
                <a:spcPct val="120000"/>
              </a:lnSpc>
              <a:spcBef>
                <a:spcPts val="500"/>
              </a:spcBef>
              <a:buSzPct val="125000"/>
              <a:buFont typeface="Arial" panose="020B0604020202020204" pitchFamily="34" charset="0"/>
              <a:buNone/>
              <a:defRPr sz="1200" kern="1200">
                <a:solidFill>
                  <a:schemeClr val="tx1"/>
                </a:solidFill>
                <a:latin typeface="+mn-lt"/>
                <a:ea typeface="+mn-ea"/>
                <a:cs typeface="+mn-cs"/>
              </a:defRPr>
            </a:lvl2pPr>
            <a:lvl3pPr marL="914400" indent="0" algn="l" defTabSz="914400" rtl="0" eaLnBrk="1" latinLnBrk="0" hangingPunct="1">
              <a:lnSpc>
                <a:spcPct val="120000"/>
              </a:lnSpc>
              <a:spcBef>
                <a:spcPts val="500"/>
              </a:spcBef>
              <a:buSzPct val="125000"/>
              <a:buFont typeface="Arial" panose="020B0604020202020204" pitchFamily="34" charset="0"/>
              <a:buNone/>
              <a:defRPr sz="1000" kern="1200">
                <a:solidFill>
                  <a:schemeClr val="tx1"/>
                </a:solidFill>
                <a:latin typeface="+mn-lt"/>
                <a:ea typeface="+mn-ea"/>
                <a:cs typeface="+mn-cs"/>
              </a:defRPr>
            </a:lvl3pPr>
            <a:lvl4pPr marL="1371600" indent="0" algn="l" defTabSz="914400" rtl="0" eaLnBrk="1" latinLnBrk="0" hangingPunct="1">
              <a:lnSpc>
                <a:spcPct val="120000"/>
              </a:lnSpc>
              <a:spcBef>
                <a:spcPts val="500"/>
              </a:spcBef>
              <a:buSzPct val="125000"/>
              <a:buFont typeface="Arial" panose="020B0604020202020204" pitchFamily="34" charset="0"/>
              <a:buNone/>
              <a:defRPr sz="900" kern="1200">
                <a:solidFill>
                  <a:schemeClr val="tx1"/>
                </a:solidFill>
                <a:latin typeface="+mn-lt"/>
                <a:ea typeface="+mn-ea"/>
                <a:cs typeface="+mn-cs"/>
              </a:defRPr>
            </a:lvl4pPr>
            <a:lvl5pPr marL="1828800" indent="0" algn="l" defTabSz="914400" rtl="0" eaLnBrk="1" latinLnBrk="0" hangingPunct="1">
              <a:lnSpc>
                <a:spcPct val="120000"/>
              </a:lnSpc>
              <a:spcBef>
                <a:spcPts val="500"/>
              </a:spcBef>
              <a:buSzPct val="125000"/>
              <a:buFont typeface="Arial" panose="020B0604020202020204" pitchFamily="34" charset="0"/>
              <a:buNone/>
              <a:defRPr sz="900" kern="1200">
                <a:solidFill>
                  <a:schemeClr val="tx1"/>
                </a:solidFill>
                <a:latin typeface="+mn-lt"/>
                <a:ea typeface="+mn-ea"/>
                <a:cs typeface="+mn-cs"/>
              </a:defRPr>
            </a:lvl5pPr>
            <a:lvl6pPr marL="2286000" indent="0" algn="l" defTabSz="914400" rtl="0" eaLnBrk="1" latinLnBrk="0" hangingPunct="1">
              <a:lnSpc>
                <a:spcPct val="120000"/>
              </a:lnSpc>
              <a:spcBef>
                <a:spcPts val="500"/>
              </a:spcBef>
              <a:buSzPct val="125000"/>
              <a:buFont typeface="Arial" panose="020B0604020202020204" pitchFamily="34" charset="0"/>
              <a:buNone/>
              <a:defRPr sz="900" kern="1200">
                <a:solidFill>
                  <a:schemeClr val="tx1"/>
                </a:solidFill>
                <a:latin typeface="+mn-lt"/>
                <a:ea typeface="+mn-ea"/>
                <a:cs typeface="+mn-cs"/>
              </a:defRPr>
            </a:lvl6pPr>
            <a:lvl7pPr marL="2743200" indent="0" algn="l" defTabSz="914400" rtl="0" eaLnBrk="1" latinLnBrk="0" hangingPunct="1">
              <a:lnSpc>
                <a:spcPct val="120000"/>
              </a:lnSpc>
              <a:spcBef>
                <a:spcPts val="500"/>
              </a:spcBef>
              <a:buSzPct val="125000"/>
              <a:buFont typeface="Arial" panose="020B0604020202020204" pitchFamily="34" charset="0"/>
              <a:buNone/>
              <a:defRPr sz="900" kern="1200">
                <a:solidFill>
                  <a:schemeClr val="tx1"/>
                </a:solidFill>
                <a:latin typeface="+mn-lt"/>
                <a:ea typeface="+mn-ea"/>
                <a:cs typeface="+mn-cs"/>
              </a:defRPr>
            </a:lvl7pPr>
            <a:lvl8pPr marL="3200400" indent="0" algn="l" defTabSz="914400" rtl="0" eaLnBrk="1" latinLnBrk="0" hangingPunct="1">
              <a:lnSpc>
                <a:spcPct val="120000"/>
              </a:lnSpc>
              <a:spcBef>
                <a:spcPts val="500"/>
              </a:spcBef>
              <a:buSzPct val="125000"/>
              <a:buFont typeface="Arial" panose="020B0604020202020204" pitchFamily="34" charset="0"/>
              <a:buNone/>
              <a:defRPr sz="900" kern="1200">
                <a:solidFill>
                  <a:schemeClr val="tx1"/>
                </a:solidFill>
                <a:latin typeface="+mn-lt"/>
                <a:ea typeface="+mn-ea"/>
                <a:cs typeface="+mn-cs"/>
              </a:defRPr>
            </a:lvl8pPr>
            <a:lvl9pPr marL="3657600" indent="0" algn="l" defTabSz="914400" rtl="0" eaLnBrk="1" latinLnBrk="0" hangingPunct="1">
              <a:lnSpc>
                <a:spcPct val="120000"/>
              </a:lnSpc>
              <a:spcBef>
                <a:spcPts val="500"/>
              </a:spcBef>
              <a:buSzPct val="125000"/>
              <a:buFont typeface="Arial" panose="020B0604020202020204" pitchFamily="34" charset="0"/>
              <a:buNone/>
              <a:defRPr sz="900" kern="1200">
                <a:solidFill>
                  <a:schemeClr val="tx1"/>
                </a:solidFill>
                <a:latin typeface="+mn-lt"/>
                <a:ea typeface="+mn-ea"/>
                <a:cs typeface="+mn-cs"/>
              </a:defRPr>
            </a:lvl9pPr>
          </a:lstStyle>
          <a:p>
            <a:r>
              <a:rPr lang="en-GB"/>
              <a:t>This time we compare the ascending and descending phase outputs. The maximum deviation amounts to 100 mL/min, which exceeds the combined uncertainty.</a:t>
            </a:r>
          </a:p>
        </p:txBody>
      </p:sp>
    </p:spTree>
    <p:extLst>
      <p:ext uri="{BB962C8B-B14F-4D97-AF65-F5344CB8AC3E}">
        <p14:creationId xmlns:p14="http://schemas.microsoft.com/office/powerpoint/2010/main" val="5613570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759B475-732D-44FB-B00F-C69291D79331}"/>
              </a:ext>
            </a:extLst>
          </p:cNvPr>
          <p:cNvSpPr>
            <a:spLocks noGrp="1"/>
          </p:cNvSpPr>
          <p:nvPr>
            <p:ph type="title"/>
          </p:nvPr>
        </p:nvSpPr>
        <p:spPr/>
        <p:txBody>
          <a:bodyPr rtlCol="0"/>
          <a:lstStyle/>
          <a:p>
            <a:pPr rtl="0"/>
            <a:r>
              <a:rPr lang="en-GB"/>
              <a:t>Uncertainty budget</a:t>
            </a:r>
          </a:p>
        </p:txBody>
      </p:sp>
      <p:pic>
        <p:nvPicPr>
          <p:cNvPr id="9" name="Content Placeholder 8">
            <a:extLst>
              <a:ext uri="{FF2B5EF4-FFF2-40B4-BE49-F238E27FC236}">
                <a16:creationId xmlns:a16="http://schemas.microsoft.com/office/drawing/2014/main" id="{2460A477-1D33-0D85-04D4-938AAB1C8779}"/>
              </a:ext>
            </a:extLst>
          </p:cNvPr>
          <p:cNvPicPr>
            <a:picLocks noGrp="1" noChangeAspect="1"/>
          </p:cNvPicPr>
          <p:nvPr>
            <p:ph sz="quarter" idx="13"/>
          </p:nvPr>
        </p:nvPicPr>
        <p:blipFill>
          <a:blip r:embed="rId3"/>
          <a:srcRect t="-2064" r="-448" b="-2"/>
          <a:stretch>
            <a:fillRect/>
          </a:stretch>
        </p:blipFill>
        <p:spPr>
          <a:xfrm>
            <a:off x="2437725" y="2354998"/>
            <a:ext cx="7388139" cy="1628407"/>
          </a:xfrm>
        </p:spPr>
      </p:pic>
      <p:sp>
        <p:nvSpPr>
          <p:cNvPr id="13" name="TextBox 12">
            <a:extLst>
              <a:ext uri="{FF2B5EF4-FFF2-40B4-BE49-F238E27FC236}">
                <a16:creationId xmlns:a16="http://schemas.microsoft.com/office/drawing/2014/main" id="{FA9AB08F-B3A3-C10B-5D18-93C9E95C994A}"/>
              </a:ext>
            </a:extLst>
          </p:cNvPr>
          <p:cNvSpPr txBox="1"/>
          <p:nvPr/>
        </p:nvSpPr>
        <p:spPr>
          <a:xfrm>
            <a:off x="2437725" y="4079301"/>
            <a:ext cx="7896575" cy="984885"/>
          </a:xfrm>
          <a:prstGeom prst="rect">
            <a:avLst/>
          </a:prstGeom>
          <a:noFill/>
        </p:spPr>
        <p:txBody>
          <a:bodyPr wrap="square" rtlCol="0">
            <a:spAutoFit/>
          </a:bodyPr>
          <a:lstStyle/>
          <a:p>
            <a:r>
              <a:rPr lang="it-IT" sz="1100"/>
              <a:t>Hysteresis: 1 % FSO</a:t>
            </a:r>
          </a:p>
          <a:p>
            <a:r>
              <a:rPr lang="it-IT" sz="1100"/>
              <a:t>Linearity Error: 1 % FSO</a:t>
            </a:r>
          </a:p>
          <a:p>
            <a:r>
              <a:rPr lang="it-IT"/>
              <a:t>Measuring System Absolute Uncertainty: </a:t>
            </a:r>
            <a:r>
              <a:rPr lang="en-GB"/>
              <a:t>1.35% FSO</a:t>
            </a:r>
          </a:p>
          <a:p>
            <a:r>
              <a:rPr lang="it-IT"/>
              <a:t>Expanded Uncertainty (k=2): </a:t>
            </a:r>
            <a:r>
              <a:rPr lang="en-GB"/>
              <a:t>2.7 % FSO</a:t>
            </a:r>
          </a:p>
        </p:txBody>
      </p:sp>
      <p:sp>
        <p:nvSpPr>
          <p:cNvPr id="2" name="Slide Number Placeholder 5">
            <a:extLst>
              <a:ext uri="{FF2B5EF4-FFF2-40B4-BE49-F238E27FC236}">
                <a16:creationId xmlns:a16="http://schemas.microsoft.com/office/drawing/2014/main" id="{1082D5DD-AD80-CEE4-609C-3EA10076FAEA}"/>
              </a:ext>
            </a:extLst>
          </p:cNvPr>
          <p:cNvSpPr txBox="1">
            <a:spLocks/>
          </p:cNvSpPr>
          <p:nvPr/>
        </p:nvSpPr>
        <p:spPr>
          <a:xfrm>
            <a:off x="11794067" y="6394512"/>
            <a:ext cx="338666" cy="305801"/>
          </a:xfrm>
          <a:prstGeom prst="rect">
            <a:avLst/>
          </a:prstGeom>
        </p:spPr>
        <p:txBody>
          <a:bodyPr rtlCol="0"/>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39607A7-8386-47DB-8578-DDEDD194E5D4}" type="slidenum">
              <a:rPr lang="en-GB" sz="800" smtClean="0"/>
              <a:pPr/>
              <a:t>16</a:t>
            </a:fld>
            <a:endParaRPr lang="en-GB" sz="1050" dirty="0"/>
          </a:p>
        </p:txBody>
      </p:sp>
      <p:sp>
        <p:nvSpPr>
          <p:cNvPr id="7" name="Date Placeholder 11">
            <a:extLst>
              <a:ext uri="{FF2B5EF4-FFF2-40B4-BE49-F238E27FC236}">
                <a16:creationId xmlns:a16="http://schemas.microsoft.com/office/drawing/2014/main" id="{5D89A6EA-ED3E-D338-8686-D7B056CE313A}"/>
              </a:ext>
            </a:extLst>
          </p:cNvPr>
          <p:cNvSpPr>
            <a:spLocks noGrp="1"/>
          </p:cNvSpPr>
          <p:nvPr>
            <p:ph type="dt" sz="half" idx="10"/>
          </p:nvPr>
        </p:nvSpPr>
        <p:spPr>
          <a:xfrm>
            <a:off x="8342379" y="6492875"/>
            <a:ext cx="2966971" cy="365125"/>
          </a:xfrm>
        </p:spPr>
        <p:txBody>
          <a:bodyPr/>
          <a:lstStyle/>
          <a:p>
            <a:r>
              <a:rPr lang="en-GB" dirty="0"/>
              <a:t>Measurement for automation and industrial production, </a:t>
            </a:r>
            <a:r>
              <a:rPr lang="en-GB" dirty="0" err="1"/>
              <a:t>a.y</a:t>
            </a:r>
            <a:r>
              <a:rPr lang="en-GB" dirty="0"/>
              <a:t>. 2024-2025</a:t>
            </a:r>
          </a:p>
        </p:txBody>
      </p:sp>
      <p:sp>
        <p:nvSpPr>
          <p:cNvPr id="8" name="Footer Placeholder 12">
            <a:extLst>
              <a:ext uri="{FF2B5EF4-FFF2-40B4-BE49-F238E27FC236}">
                <a16:creationId xmlns:a16="http://schemas.microsoft.com/office/drawing/2014/main" id="{9C0AEDCD-EEBA-4DA7-7AEE-43DEDE776CDF}"/>
              </a:ext>
            </a:extLst>
          </p:cNvPr>
          <p:cNvSpPr>
            <a:spLocks noGrp="1"/>
          </p:cNvSpPr>
          <p:nvPr>
            <p:ph type="ftr" sz="quarter" idx="11"/>
          </p:nvPr>
        </p:nvSpPr>
        <p:spPr>
          <a:xfrm>
            <a:off x="882650" y="6524686"/>
            <a:ext cx="2708275" cy="365125"/>
          </a:xfrm>
        </p:spPr>
        <p:txBody>
          <a:bodyPr/>
          <a:lstStyle/>
          <a:p>
            <a:pPr lvl="0" defTabSz="914400">
              <a:spcAft>
                <a:spcPts val="600"/>
              </a:spcAft>
            </a:pPr>
            <a:r>
              <a:rPr lang="en-GB" sz="1000" dirty="0"/>
              <a:t>Flow Transducer Calibration project</a:t>
            </a:r>
            <a:endParaRPr lang="en-US" sz="1000" dirty="0"/>
          </a:p>
        </p:txBody>
      </p:sp>
    </p:spTree>
    <p:extLst>
      <p:ext uri="{BB962C8B-B14F-4D97-AF65-F5344CB8AC3E}">
        <p14:creationId xmlns:p14="http://schemas.microsoft.com/office/powerpoint/2010/main" val="22794214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D3B646F-CB6E-4E37-A2D9-39BFF6436817}"/>
              </a:ext>
            </a:extLst>
          </p:cNvPr>
          <p:cNvSpPr>
            <a:spLocks noGrp="1"/>
          </p:cNvSpPr>
          <p:nvPr>
            <p:ph type="title"/>
          </p:nvPr>
        </p:nvSpPr>
        <p:spPr/>
        <p:txBody>
          <a:bodyPr rtlCol="0"/>
          <a:lstStyle/>
          <a:p>
            <a:pPr rtl="0"/>
            <a:r>
              <a:rPr lang="en-GB"/>
              <a:t>Summary</a:t>
            </a:r>
          </a:p>
        </p:txBody>
      </p:sp>
      <p:sp>
        <p:nvSpPr>
          <p:cNvPr id="4" name="Content Placeholder 3">
            <a:extLst>
              <a:ext uri="{FF2B5EF4-FFF2-40B4-BE49-F238E27FC236}">
                <a16:creationId xmlns:a16="http://schemas.microsoft.com/office/drawing/2014/main" id="{41DAC01E-6B5F-4F5C-8C1A-3868D2F2BD85}"/>
              </a:ext>
            </a:extLst>
          </p:cNvPr>
          <p:cNvSpPr>
            <a:spLocks noGrp="1"/>
          </p:cNvSpPr>
          <p:nvPr>
            <p:ph idx="1"/>
          </p:nvPr>
        </p:nvSpPr>
        <p:spPr>
          <a:xfrm>
            <a:off x="5210175" y="361950"/>
            <a:ext cx="6029325" cy="2781300"/>
          </a:xfrm>
        </p:spPr>
        <p:txBody>
          <a:bodyPr rtlCol="0">
            <a:normAutofit fontScale="70000" lnSpcReduction="20000"/>
          </a:bodyPr>
          <a:lstStyle/>
          <a:p>
            <a:r>
              <a:rPr lang="en-GB"/>
              <a:t>The datasets collected during the testing phase of this project were analysed with these subVIs. The analysis revealed that </a:t>
            </a:r>
            <a:r>
              <a:rPr lang="en-GB" b="1"/>
              <a:t>there is a relationship between the two transducers’ outputs</a:t>
            </a:r>
            <a:r>
              <a:rPr lang="en-GB"/>
              <a:t>. This relationship has been estimated using linear regression, which yielded an acceptable approximation in both the ascending and descending phases. </a:t>
            </a:r>
          </a:p>
          <a:p>
            <a:r>
              <a:rPr lang="en-GB"/>
              <a:t>To quantify the measurement system combined uncertainty, and to provide a report of the expected values and standard uncertainties for each operating point, a </a:t>
            </a:r>
            <a:r>
              <a:rPr lang="en-GB" b="1"/>
              <a:t>calibration report </a:t>
            </a:r>
            <a:r>
              <a:rPr lang="en-GB"/>
              <a:t>was generated.</a:t>
            </a:r>
          </a:p>
        </p:txBody>
      </p:sp>
      <p:pic>
        <p:nvPicPr>
          <p:cNvPr id="23" name="Picture Placeholder 22">
            <a:extLst>
              <a:ext uri="{FF2B5EF4-FFF2-40B4-BE49-F238E27FC236}">
                <a16:creationId xmlns:a16="http://schemas.microsoft.com/office/drawing/2014/main" id="{B0E43905-1993-4003-BD26-889559CE51A2}"/>
              </a:ext>
            </a:extLst>
          </p:cNvPr>
          <p:cNvPicPr>
            <a:picLocks noGrp="1" noChangeAspect="1"/>
          </p:cNvPicPr>
          <p:nvPr>
            <p:ph type="pic" sz="quarter" idx="16"/>
          </p:nvPr>
        </p:nvPicPr>
        <p:blipFill>
          <a:blip r:embed="rId3"/>
          <a:srcRect t="3634" b="3634"/>
          <a:stretch/>
        </p:blipFill>
        <p:spPr>
          <a:xfrm>
            <a:off x="4714496" y="3620893"/>
            <a:ext cx="4130040" cy="2303462"/>
          </a:xfrm>
        </p:spPr>
      </p:pic>
      <p:pic>
        <p:nvPicPr>
          <p:cNvPr id="19" name="Picture Placeholder 18" descr="A close-up of a certificate&#10;&#10;AI-generated content may be incorrect.">
            <a:extLst>
              <a:ext uri="{FF2B5EF4-FFF2-40B4-BE49-F238E27FC236}">
                <a16:creationId xmlns:a16="http://schemas.microsoft.com/office/drawing/2014/main" id="{74D90238-3684-E8F7-F39B-F95292C9559A}"/>
              </a:ext>
            </a:extLst>
          </p:cNvPr>
          <p:cNvPicPr>
            <a:picLocks noGrp="1" noChangeAspect="1"/>
          </p:cNvPicPr>
          <p:nvPr>
            <p:ph type="pic" sz="quarter" idx="14"/>
          </p:nvPr>
        </p:nvPicPr>
        <p:blipFill>
          <a:blip r:embed="rId4"/>
          <a:srcRect t="-80" b="-1290"/>
          <a:stretch>
            <a:fillRect/>
          </a:stretch>
        </p:blipFill>
        <p:spPr>
          <a:xfrm>
            <a:off x="1644650" y="2446020"/>
            <a:ext cx="2578100" cy="3741420"/>
          </a:xfrm>
        </p:spPr>
      </p:pic>
      <p:pic>
        <p:nvPicPr>
          <p:cNvPr id="24" name="Picture 23">
            <a:extLst>
              <a:ext uri="{FF2B5EF4-FFF2-40B4-BE49-F238E27FC236}">
                <a16:creationId xmlns:a16="http://schemas.microsoft.com/office/drawing/2014/main" id="{E0C2A734-26D0-1E62-1697-89E92A8822D4}"/>
              </a:ext>
            </a:extLst>
          </p:cNvPr>
          <p:cNvPicPr>
            <a:picLocks noChangeAspect="1"/>
          </p:cNvPicPr>
          <p:nvPr/>
        </p:nvPicPr>
        <p:blipFill>
          <a:blip r:embed="rId5"/>
          <a:srcRect/>
          <a:stretch/>
        </p:blipFill>
        <p:spPr>
          <a:xfrm>
            <a:off x="9197116" y="3880022"/>
            <a:ext cx="1661717" cy="2044333"/>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isometricOffAxis1Right"/>
            <a:lightRig rig="threePt" dir="t"/>
          </a:scene3d>
          <a:sp3d contourW="6350" prstMaterial="matte">
            <a:bevelT w="101600" h="101600"/>
            <a:contourClr>
              <a:srgbClr val="969696"/>
            </a:contourClr>
          </a:sp3d>
        </p:spPr>
      </p:pic>
      <p:sp>
        <p:nvSpPr>
          <p:cNvPr id="2" name="Slide Number Placeholder 5">
            <a:extLst>
              <a:ext uri="{FF2B5EF4-FFF2-40B4-BE49-F238E27FC236}">
                <a16:creationId xmlns:a16="http://schemas.microsoft.com/office/drawing/2014/main" id="{649DBCE3-F04E-70B1-7852-7C237DF76CFF}"/>
              </a:ext>
            </a:extLst>
          </p:cNvPr>
          <p:cNvSpPr txBox="1">
            <a:spLocks/>
          </p:cNvSpPr>
          <p:nvPr/>
        </p:nvSpPr>
        <p:spPr>
          <a:xfrm>
            <a:off x="11794067" y="6394512"/>
            <a:ext cx="338666" cy="305801"/>
          </a:xfrm>
          <a:prstGeom prst="rect">
            <a:avLst/>
          </a:prstGeom>
        </p:spPr>
        <p:txBody>
          <a:bodyPr rtlCol="0"/>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D39607A7-8386-47DB-8578-DDEDD194E5D4}" type="slidenum">
              <a:rPr lang="en-GB" sz="800" smtClean="0"/>
              <a:pPr/>
              <a:t>17</a:t>
            </a:fld>
            <a:endParaRPr lang="en-GB" sz="1050" dirty="0"/>
          </a:p>
        </p:txBody>
      </p:sp>
      <p:sp>
        <p:nvSpPr>
          <p:cNvPr id="5" name="Date Placeholder 11">
            <a:extLst>
              <a:ext uri="{FF2B5EF4-FFF2-40B4-BE49-F238E27FC236}">
                <a16:creationId xmlns:a16="http://schemas.microsoft.com/office/drawing/2014/main" id="{9851A081-D272-5648-160E-487B5FF0AEF0}"/>
              </a:ext>
            </a:extLst>
          </p:cNvPr>
          <p:cNvSpPr>
            <a:spLocks noGrp="1"/>
          </p:cNvSpPr>
          <p:nvPr>
            <p:ph type="dt" sz="half" idx="10"/>
          </p:nvPr>
        </p:nvSpPr>
        <p:spPr>
          <a:xfrm>
            <a:off x="8342379" y="6492875"/>
            <a:ext cx="2966971" cy="365125"/>
          </a:xfrm>
        </p:spPr>
        <p:txBody>
          <a:bodyPr/>
          <a:lstStyle/>
          <a:p>
            <a:r>
              <a:rPr lang="en-GB" dirty="0"/>
              <a:t>Measurement for automation and industrial production, </a:t>
            </a:r>
            <a:r>
              <a:rPr lang="en-GB" dirty="0" err="1"/>
              <a:t>a.y</a:t>
            </a:r>
            <a:r>
              <a:rPr lang="en-GB" dirty="0"/>
              <a:t>. 2024-2025</a:t>
            </a:r>
          </a:p>
        </p:txBody>
      </p:sp>
      <p:sp>
        <p:nvSpPr>
          <p:cNvPr id="6" name="Footer Placeholder 12">
            <a:extLst>
              <a:ext uri="{FF2B5EF4-FFF2-40B4-BE49-F238E27FC236}">
                <a16:creationId xmlns:a16="http://schemas.microsoft.com/office/drawing/2014/main" id="{17B24671-7C98-A146-B918-B17DF8169AFB}"/>
              </a:ext>
            </a:extLst>
          </p:cNvPr>
          <p:cNvSpPr>
            <a:spLocks noGrp="1"/>
          </p:cNvSpPr>
          <p:nvPr>
            <p:ph type="ftr" sz="quarter" idx="11"/>
          </p:nvPr>
        </p:nvSpPr>
        <p:spPr>
          <a:xfrm>
            <a:off x="882650" y="6524686"/>
            <a:ext cx="2708275" cy="365125"/>
          </a:xfrm>
        </p:spPr>
        <p:txBody>
          <a:bodyPr/>
          <a:lstStyle/>
          <a:p>
            <a:pPr lvl="0" defTabSz="914400">
              <a:spcAft>
                <a:spcPts val="600"/>
              </a:spcAft>
            </a:pPr>
            <a:r>
              <a:rPr lang="en-GB" sz="1000" dirty="0"/>
              <a:t>Flow Transducer Calibration project</a:t>
            </a:r>
            <a:endParaRPr lang="en-US" sz="1000" dirty="0"/>
          </a:p>
        </p:txBody>
      </p:sp>
      <p:pic>
        <p:nvPicPr>
          <p:cNvPr id="8" name="Picture 7">
            <a:extLst>
              <a:ext uri="{FF2B5EF4-FFF2-40B4-BE49-F238E27FC236}">
                <a16:creationId xmlns:a16="http://schemas.microsoft.com/office/drawing/2014/main" id="{C821EC3C-CC2E-1AA3-C9E2-50656530DF28}"/>
              </a:ext>
            </a:extLst>
          </p:cNvPr>
          <p:cNvPicPr>
            <a:picLocks noChangeAspect="1"/>
          </p:cNvPicPr>
          <p:nvPr/>
        </p:nvPicPr>
        <p:blipFill>
          <a:blip r:embed="rId6"/>
          <a:srcRect/>
          <a:stretch/>
        </p:blipFill>
        <p:spPr>
          <a:xfrm>
            <a:off x="9904694" y="4066094"/>
            <a:ext cx="1514762" cy="2142521"/>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spTree>
    <p:extLst>
      <p:ext uri="{BB962C8B-B14F-4D97-AF65-F5344CB8AC3E}">
        <p14:creationId xmlns:p14="http://schemas.microsoft.com/office/powerpoint/2010/main" val="22913547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a:blip r:embed="rId3">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pic>
        <p:nvPicPr>
          <p:cNvPr id="24" name="Picture 2">
            <a:extLst>
              <a:ext uri="{FF2B5EF4-FFF2-40B4-BE49-F238E27FC236}">
                <a16:creationId xmlns:a16="http://schemas.microsoft.com/office/drawing/2014/main" id="{50C065C3-0FE3-4452-B765-CB05BBB2A98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alphaModFix amt="3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p14="http://schemas.microsoft.com/office/powerpoint/2010/main" xmlns:a14="http://schemas.microsoft.com/office/drawing/2010/main" xmlns:a16="http://schemas.microsoft.com/office/drawing/2014/main" xmlns="">
                <a:solidFill>
                  <a:srgbClr val="FFFFFF"/>
                </a:solidFill>
              </a14:hiddenFill>
            </a:ext>
          </a:extLst>
        </p:spPr>
      </p:pic>
      <p:grpSp>
        <p:nvGrpSpPr>
          <p:cNvPr id="26" name="Group 25">
            <a:extLst>
              <a:ext uri="{FF2B5EF4-FFF2-40B4-BE49-F238E27FC236}">
                <a16:creationId xmlns:a16="http://schemas.microsoft.com/office/drawing/2014/main" id="{9795E515-5F57-431F-9A0D-3A0419DF757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27" name="Rectangle 5">
              <a:extLst>
                <a:ext uri="{FF2B5EF4-FFF2-40B4-BE49-F238E27FC236}">
                  <a16:creationId xmlns:a16="http://schemas.microsoft.com/office/drawing/2014/main" id="{D45BCBFE-0478-4767-BF2E-FC2C548BA62F}"/>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09675" y="4763"/>
              <a:ext cx="23813" cy="2181225"/>
            </a:xfrm>
            <a:prstGeom prst="rect">
              <a:avLst/>
            </a:pr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miter lim="800000"/>
                  <a:headEnd/>
                  <a:tailEnd/>
                </a14:hiddenLine>
              </a:ext>
            </a:extLst>
          </p:spPr>
          <p:txBody>
            <a:bodyPr/>
            <a:lstStyle/>
            <a:p>
              <a:endParaRPr lang="en-GB"/>
            </a:p>
          </p:txBody>
        </p:sp>
        <p:sp>
          <p:nvSpPr>
            <p:cNvPr id="28" name="Freeform 6">
              <a:extLst>
                <a:ext uri="{FF2B5EF4-FFF2-40B4-BE49-F238E27FC236}">
                  <a16:creationId xmlns:a16="http://schemas.microsoft.com/office/drawing/2014/main" id="{E903928F-F6DA-470C-81A0-CF7D9DE0341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GB"/>
            </a:p>
          </p:txBody>
        </p:sp>
        <p:sp>
          <p:nvSpPr>
            <p:cNvPr id="29" name="Freeform 7">
              <a:extLst>
                <a:ext uri="{FF2B5EF4-FFF2-40B4-BE49-F238E27FC236}">
                  <a16:creationId xmlns:a16="http://schemas.microsoft.com/office/drawing/2014/main" id="{ADA095F6-E326-4450-A2D6-DB2BF989B87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GB"/>
            </a:p>
          </p:txBody>
        </p:sp>
        <p:sp>
          <p:nvSpPr>
            <p:cNvPr id="30" name="Rectangle 8">
              <a:extLst>
                <a:ext uri="{FF2B5EF4-FFF2-40B4-BE49-F238E27FC236}">
                  <a16:creationId xmlns:a16="http://schemas.microsoft.com/office/drawing/2014/main" id="{6B067F9A-FDF2-49EC-B4FF-CD4B90F78923}"/>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414338" y="9525"/>
              <a:ext cx="28575" cy="4481513"/>
            </a:xfrm>
            <a:prstGeom prst="rect">
              <a:avLst/>
            </a:pr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miter lim="800000"/>
                  <a:headEnd/>
                  <a:tailEnd/>
                </a14:hiddenLine>
              </a:ext>
            </a:extLst>
          </p:spPr>
          <p:txBody>
            <a:bodyPr/>
            <a:lstStyle/>
            <a:p>
              <a:endParaRPr lang="en-GB"/>
            </a:p>
          </p:txBody>
        </p:sp>
        <p:sp>
          <p:nvSpPr>
            <p:cNvPr id="31" name="Freeform 9">
              <a:extLst>
                <a:ext uri="{FF2B5EF4-FFF2-40B4-BE49-F238E27FC236}">
                  <a16:creationId xmlns:a16="http://schemas.microsoft.com/office/drawing/2014/main" id="{F1331213-D19D-49FC-8616-168A14565A8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GB"/>
            </a:p>
          </p:txBody>
        </p:sp>
        <p:sp>
          <p:nvSpPr>
            <p:cNvPr id="32" name="Freeform 10">
              <a:extLst>
                <a:ext uri="{FF2B5EF4-FFF2-40B4-BE49-F238E27FC236}">
                  <a16:creationId xmlns:a16="http://schemas.microsoft.com/office/drawing/2014/main" id="{2ADFE242-96FC-4A14-8C59-90CD6DE1D9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GB"/>
            </a:p>
          </p:txBody>
        </p:sp>
        <p:sp>
          <p:nvSpPr>
            <p:cNvPr id="33" name="Freeform 11">
              <a:extLst>
                <a:ext uri="{FF2B5EF4-FFF2-40B4-BE49-F238E27FC236}">
                  <a16:creationId xmlns:a16="http://schemas.microsoft.com/office/drawing/2014/main" id="{6A97B7BC-40BD-494B-9C6B-AF3045559A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GB"/>
            </a:p>
          </p:txBody>
        </p:sp>
        <p:sp>
          <p:nvSpPr>
            <p:cNvPr id="34" name="Freeform 12">
              <a:extLst>
                <a:ext uri="{FF2B5EF4-FFF2-40B4-BE49-F238E27FC236}">
                  <a16:creationId xmlns:a16="http://schemas.microsoft.com/office/drawing/2014/main" id="{3D7F35CF-F44C-491F-904D-A31ED832137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GB"/>
            </a:p>
          </p:txBody>
        </p:sp>
        <p:sp>
          <p:nvSpPr>
            <p:cNvPr id="35" name="Freeform 13">
              <a:extLst>
                <a:ext uri="{FF2B5EF4-FFF2-40B4-BE49-F238E27FC236}">
                  <a16:creationId xmlns:a16="http://schemas.microsoft.com/office/drawing/2014/main" id="{84D9BF7E-18C2-452C-B139-4ED58D7A03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GB"/>
            </a:p>
          </p:txBody>
        </p:sp>
        <p:sp>
          <p:nvSpPr>
            <p:cNvPr id="36" name="Freeform 14">
              <a:extLst>
                <a:ext uri="{FF2B5EF4-FFF2-40B4-BE49-F238E27FC236}">
                  <a16:creationId xmlns:a16="http://schemas.microsoft.com/office/drawing/2014/main" id="{700A6223-AD38-426F-A6FE-7926CAEF31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GB"/>
            </a:p>
          </p:txBody>
        </p:sp>
        <p:sp>
          <p:nvSpPr>
            <p:cNvPr id="37" name="Freeform 15">
              <a:extLst>
                <a:ext uri="{FF2B5EF4-FFF2-40B4-BE49-F238E27FC236}">
                  <a16:creationId xmlns:a16="http://schemas.microsoft.com/office/drawing/2014/main" id="{D172AA94-449F-45EB-94E6-67C186C32DD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GB"/>
            </a:p>
          </p:txBody>
        </p:sp>
        <p:sp>
          <p:nvSpPr>
            <p:cNvPr id="38" name="Freeform 16">
              <a:extLst>
                <a:ext uri="{FF2B5EF4-FFF2-40B4-BE49-F238E27FC236}">
                  <a16:creationId xmlns:a16="http://schemas.microsoft.com/office/drawing/2014/main" id="{A7D4F697-8937-4F4C-83C5-770B3FCB82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GB"/>
            </a:p>
          </p:txBody>
        </p:sp>
        <p:sp>
          <p:nvSpPr>
            <p:cNvPr id="39" name="Freeform 17">
              <a:extLst>
                <a:ext uri="{FF2B5EF4-FFF2-40B4-BE49-F238E27FC236}">
                  <a16:creationId xmlns:a16="http://schemas.microsoft.com/office/drawing/2014/main" id="{10AF1D59-5117-4D47-8414-4BB61F944B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GB"/>
            </a:p>
          </p:txBody>
        </p:sp>
        <p:sp>
          <p:nvSpPr>
            <p:cNvPr id="40" name="Freeform 18">
              <a:extLst>
                <a:ext uri="{FF2B5EF4-FFF2-40B4-BE49-F238E27FC236}">
                  <a16:creationId xmlns:a16="http://schemas.microsoft.com/office/drawing/2014/main" id="{2387DC33-88B3-4718-8C94-41659EA33A9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GB"/>
            </a:p>
          </p:txBody>
        </p:sp>
        <p:sp>
          <p:nvSpPr>
            <p:cNvPr id="41" name="Freeform 19">
              <a:extLst>
                <a:ext uri="{FF2B5EF4-FFF2-40B4-BE49-F238E27FC236}">
                  <a16:creationId xmlns:a16="http://schemas.microsoft.com/office/drawing/2014/main" id="{D4E7EC64-4763-4F04-B2E4-E400364D72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GB"/>
            </a:p>
          </p:txBody>
        </p:sp>
        <p:sp>
          <p:nvSpPr>
            <p:cNvPr id="42" name="Freeform 20">
              <a:extLst>
                <a:ext uri="{FF2B5EF4-FFF2-40B4-BE49-F238E27FC236}">
                  <a16:creationId xmlns:a16="http://schemas.microsoft.com/office/drawing/2014/main" id="{581717DF-9FD4-47CB-9579-E34DF7E8754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GB"/>
            </a:p>
          </p:txBody>
        </p:sp>
        <p:sp>
          <p:nvSpPr>
            <p:cNvPr id="43" name="Freeform 21">
              <a:extLst>
                <a:ext uri="{FF2B5EF4-FFF2-40B4-BE49-F238E27FC236}">
                  <a16:creationId xmlns:a16="http://schemas.microsoft.com/office/drawing/2014/main" id="{BCD8EF50-6E58-4B2D-90B6-AFF236A73BC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GB"/>
            </a:p>
          </p:txBody>
        </p:sp>
        <p:sp>
          <p:nvSpPr>
            <p:cNvPr id="44" name="Freeform 22">
              <a:extLst>
                <a:ext uri="{FF2B5EF4-FFF2-40B4-BE49-F238E27FC236}">
                  <a16:creationId xmlns:a16="http://schemas.microsoft.com/office/drawing/2014/main" id="{6524A268-142A-4CBF-BB8B-DC1FCBC8F7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GB"/>
            </a:p>
          </p:txBody>
        </p:sp>
        <p:sp>
          <p:nvSpPr>
            <p:cNvPr id="45" name="Freeform 23">
              <a:extLst>
                <a:ext uri="{FF2B5EF4-FFF2-40B4-BE49-F238E27FC236}">
                  <a16:creationId xmlns:a16="http://schemas.microsoft.com/office/drawing/2014/main" id="{56A0E6F3-B76B-4813-B44B-56CE11A8A0C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GB"/>
            </a:p>
          </p:txBody>
        </p:sp>
        <p:sp>
          <p:nvSpPr>
            <p:cNvPr id="46" name="Freeform 24">
              <a:extLst>
                <a:ext uri="{FF2B5EF4-FFF2-40B4-BE49-F238E27FC236}">
                  <a16:creationId xmlns:a16="http://schemas.microsoft.com/office/drawing/2014/main" id="{A74CED8D-B902-4B76-9CC8-30A09B2FA19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GB"/>
            </a:p>
          </p:txBody>
        </p:sp>
        <p:sp>
          <p:nvSpPr>
            <p:cNvPr id="47" name="Freeform 25">
              <a:extLst>
                <a:ext uri="{FF2B5EF4-FFF2-40B4-BE49-F238E27FC236}">
                  <a16:creationId xmlns:a16="http://schemas.microsoft.com/office/drawing/2014/main" id="{ED007BD7-ED56-4566-B1FF-707160024A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GB"/>
            </a:p>
          </p:txBody>
        </p:sp>
        <p:sp>
          <p:nvSpPr>
            <p:cNvPr id="48" name="Freeform 26">
              <a:extLst>
                <a:ext uri="{FF2B5EF4-FFF2-40B4-BE49-F238E27FC236}">
                  <a16:creationId xmlns:a16="http://schemas.microsoft.com/office/drawing/2014/main" id="{90AD48D2-5BC8-4C80-B126-B1A201242B8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GB"/>
            </a:p>
          </p:txBody>
        </p:sp>
        <p:sp>
          <p:nvSpPr>
            <p:cNvPr id="49" name="Freeform 27">
              <a:extLst>
                <a:ext uri="{FF2B5EF4-FFF2-40B4-BE49-F238E27FC236}">
                  <a16:creationId xmlns:a16="http://schemas.microsoft.com/office/drawing/2014/main" id="{BE14C82F-9F35-4D61-B758-7BCE32DECB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GB"/>
            </a:p>
          </p:txBody>
        </p:sp>
        <p:sp>
          <p:nvSpPr>
            <p:cNvPr id="50" name="Freeform 28">
              <a:extLst>
                <a:ext uri="{FF2B5EF4-FFF2-40B4-BE49-F238E27FC236}">
                  <a16:creationId xmlns:a16="http://schemas.microsoft.com/office/drawing/2014/main" id="{6540CE06-9028-497A-AC64-CF0ED60A745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GB"/>
            </a:p>
          </p:txBody>
        </p:sp>
        <p:sp>
          <p:nvSpPr>
            <p:cNvPr id="51" name="Freeform 29">
              <a:extLst>
                <a:ext uri="{FF2B5EF4-FFF2-40B4-BE49-F238E27FC236}">
                  <a16:creationId xmlns:a16="http://schemas.microsoft.com/office/drawing/2014/main" id="{A4825B3B-52CD-4F08-BA02-6C2B0EFEDE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GB"/>
            </a:p>
          </p:txBody>
        </p:sp>
        <p:sp>
          <p:nvSpPr>
            <p:cNvPr id="52" name="Freeform 30">
              <a:extLst>
                <a:ext uri="{FF2B5EF4-FFF2-40B4-BE49-F238E27FC236}">
                  <a16:creationId xmlns:a16="http://schemas.microsoft.com/office/drawing/2014/main" id="{6877A5EF-B8B8-44D3-AA57-4BBF89206D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GB"/>
            </a:p>
          </p:txBody>
        </p:sp>
        <p:sp>
          <p:nvSpPr>
            <p:cNvPr id="53" name="Freeform 31">
              <a:extLst>
                <a:ext uri="{FF2B5EF4-FFF2-40B4-BE49-F238E27FC236}">
                  <a16:creationId xmlns:a16="http://schemas.microsoft.com/office/drawing/2014/main" id="{00BB365C-9180-4208-92CF-AB6A88848C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GB"/>
            </a:p>
          </p:txBody>
        </p:sp>
        <p:sp>
          <p:nvSpPr>
            <p:cNvPr id="54" name="Freeform 32">
              <a:extLst>
                <a:ext uri="{FF2B5EF4-FFF2-40B4-BE49-F238E27FC236}">
                  <a16:creationId xmlns:a16="http://schemas.microsoft.com/office/drawing/2014/main" id="{8D1134D2-53A6-41D5-AC1A-5254A2FBD08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GB"/>
            </a:p>
          </p:txBody>
        </p:sp>
        <p:sp>
          <p:nvSpPr>
            <p:cNvPr id="55" name="Rectangle 33">
              <a:extLst>
                <a:ext uri="{FF2B5EF4-FFF2-40B4-BE49-F238E27FC236}">
                  <a16:creationId xmlns:a16="http://schemas.microsoft.com/office/drawing/2014/main" id="{24C7FA73-07CD-479A-9B9E-DAD4D3B2BFC0}"/>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2938" y="6610350"/>
              <a:ext cx="23813" cy="242888"/>
            </a:xfrm>
            <a:prstGeom prst="rect">
              <a:avLst/>
            </a:pr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miter lim="800000"/>
                  <a:headEnd/>
                  <a:tailEnd/>
                </a14:hiddenLine>
              </a:ext>
            </a:extLst>
          </p:spPr>
          <p:txBody>
            <a:bodyPr/>
            <a:lstStyle/>
            <a:p>
              <a:endParaRPr lang="en-GB"/>
            </a:p>
          </p:txBody>
        </p:sp>
        <p:sp>
          <p:nvSpPr>
            <p:cNvPr id="56" name="Freeform 34">
              <a:extLst>
                <a:ext uri="{FF2B5EF4-FFF2-40B4-BE49-F238E27FC236}">
                  <a16:creationId xmlns:a16="http://schemas.microsoft.com/office/drawing/2014/main" id="{AB24DF92-B081-4701-B58D-913261A00D7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GB"/>
            </a:p>
          </p:txBody>
        </p:sp>
        <p:sp>
          <p:nvSpPr>
            <p:cNvPr id="57" name="Freeform 35">
              <a:extLst>
                <a:ext uri="{FF2B5EF4-FFF2-40B4-BE49-F238E27FC236}">
                  <a16:creationId xmlns:a16="http://schemas.microsoft.com/office/drawing/2014/main" id="{AB4DF275-6B82-4AA9-A7A9-138E631E30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GB"/>
            </a:p>
          </p:txBody>
        </p:sp>
        <p:sp>
          <p:nvSpPr>
            <p:cNvPr id="58" name="Freeform 36">
              <a:extLst>
                <a:ext uri="{FF2B5EF4-FFF2-40B4-BE49-F238E27FC236}">
                  <a16:creationId xmlns:a16="http://schemas.microsoft.com/office/drawing/2014/main" id="{972A3812-16AD-453E-B1E6-9F39894F79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GB"/>
            </a:p>
          </p:txBody>
        </p:sp>
        <p:sp>
          <p:nvSpPr>
            <p:cNvPr id="59" name="Freeform 37">
              <a:extLst>
                <a:ext uri="{FF2B5EF4-FFF2-40B4-BE49-F238E27FC236}">
                  <a16:creationId xmlns:a16="http://schemas.microsoft.com/office/drawing/2014/main" id="{8FB6759A-BAD8-4073-86A2-6DDD73DE2AF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GB"/>
            </a:p>
          </p:txBody>
        </p:sp>
        <p:sp>
          <p:nvSpPr>
            <p:cNvPr id="60" name="Freeform 38">
              <a:extLst>
                <a:ext uri="{FF2B5EF4-FFF2-40B4-BE49-F238E27FC236}">
                  <a16:creationId xmlns:a16="http://schemas.microsoft.com/office/drawing/2014/main" id="{9FCCB0F4-1178-47C1-9EE2-234EA715C1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GB"/>
            </a:p>
          </p:txBody>
        </p:sp>
        <p:sp>
          <p:nvSpPr>
            <p:cNvPr id="61" name="Freeform 39">
              <a:extLst>
                <a:ext uri="{FF2B5EF4-FFF2-40B4-BE49-F238E27FC236}">
                  <a16:creationId xmlns:a16="http://schemas.microsoft.com/office/drawing/2014/main" id="{CB01BF0B-7EB0-4C18-80BE-20D2EAC048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GB"/>
            </a:p>
          </p:txBody>
        </p:sp>
        <p:sp>
          <p:nvSpPr>
            <p:cNvPr id="62" name="Freeform 40">
              <a:extLst>
                <a:ext uri="{FF2B5EF4-FFF2-40B4-BE49-F238E27FC236}">
                  <a16:creationId xmlns:a16="http://schemas.microsoft.com/office/drawing/2014/main" id="{3266E9DA-C937-48E0-8F98-90A467760F1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GB"/>
            </a:p>
          </p:txBody>
        </p:sp>
        <p:sp>
          <p:nvSpPr>
            <p:cNvPr id="63" name="Freeform 41">
              <a:extLst>
                <a:ext uri="{FF2B5EF4-FFF2-40B4-BE49-F238E27FC236}">
                  <a16:creationId xmlns:a16="http://schemas.microsoft.com/office/drawing/2014/main" id="{A8A9C00D-0425-4E68-A1DE-BCE5BD6BBD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GB"/>
            </a:p>
          </p:txBody>
        </p:sp>
        <p:sp>
          <p:nvSpPr>
            <p:cNvPr id="64" name="Freeform 42">
              <a:extLst>
                <a:ext uri="{FF2B5EF4-FFF2-40B4-BE49-F238E27FC236}">
                  <a16:creationId xmlns:a16="http://schemas.microsoft.com/office/drawing/2014/main" id="{46230904-E744-4B55-84FF-826A6B737BF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GB"/>
            </a:p>
          </p:txBody>
        </p:sp>
        <p:sp>
          <p:nvSpPr>
            <p:cNvPr id="65" name="Freeform 43">
              <a:extLst>
                <a:ext uri="{FF2B5EF4-FFF2-40B4-BE49-F238E27FC236}">
                  <a16:creationId xmlns:a16="http://schemas.microsoft.com/office/drawing/2014/main" id="{D4291668-8AF0-4784-BC06-870768F53F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GB"/>
            </a:p>
          </p:txBody>
        </p:sp>
        <p:sp>
          <p:nvSpPr>
            <p:cNvPr id="66" name="Freeform 44">
              <a:extLst>
                <a:ext uri="{FF2B5EF4-FFF2-40B4-BE49-F238E27FC236}">
                  <a16:creationId xmlns:a16="http://schemas.microsoft.com/office/drawing/2014/main" id="{D917DCBD-774B-4AAF-92AE-D18289FFC4D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GB"/>
            </a:p>
          </p:txBody>
        </p:sp>
        <p:sp>
          <p:nvSpPr>
            <p:cNvPr id="67" name="Rectangle 45">
              <a:extLst>
                <a:ext uri="{FF2B5EF4-FFF2-40B4-BE49-F238E27FC236}">
                  <a16:creationId xmlns:a16="http://schemas.microsoft.com/office/drawing/2014/main" id="{9E50122E-0F19-4D65-9CB2-E22C3EA84ACD}"/>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28725" y="4662488"/>
              <a:ext cx="23813" cy="2181225"/>
            </a:xfrm>
            <a:prstGeom prst="rect">
              <a:avLst/>
            </a:pr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miter lim="800000"/>
                  <a:headEnd/>
                  <a:tailEnd/>
                </a14:hiddenLine>
              </a:ext>
            </a:extLst>
          </p:spPr>
          <p:txBody>
            <a:bodyPr/>
            <a:lstStyle/>
            <a:p>
              <a:endParaRPr lang="en-GB"/>
            </a:p>
          </p:txBody>
        </p:sp>
        <p:sp>
          <p:nvSpPr>
            <p:cNvPr id="68" name="Freeform 46">
              <a:extLst>
                <a:ext uri="{FF2B5EF4-FFF2-40B4-BE49-F238E27FC236}">
                  <a16:creationId xmlns:a16="http://schemas.microsoft.com/office/drawing/2014/main" id="{BC28A765-6E8B-4352-BD0C-35474F70AC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GB"/>
            </a:p>
          </p:txBody>
        </p:sp>
        <p:sp>
          <p:nvSpPr>
            <p:cNvPr id="69" name="Freeform 47">
              <a:extLst>
                <a:ext uri="{FF2B5EF4-FFF2-40B4-BE49-F238E27FC236}">
                  <a16:creationId xmlns:a16="http://schemas.microsoft.com/office/drawing/2014/main" id="{0AC30A17-F494-44EB-9817-1B8B255CE46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GB"/>
            </a:p>
          </p:txBody>
        </p:sp>
        <p:sp>
          <p:nvSpPr>
            <p:cNvPr id="70" name="Freeform 48">
              <a:extLst>
                <a:ext uri="{FF2B5EF4-FFF2-40B4-BE49-F238E27FC236}">
                  <a16:creationId xmlns:a16="http://schemas.microsoft.com/office/drawing/2014/main" id="{6088D59F-32BD-4932-9C22-9AA0FCDA74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GB"/>
            </a:p>
          </p:txBody>
        </p:sp>
        <p:sp>
          <p:nvSpPr>
            <p:cNvPr id="71" name="Freeform 49">
              <a:extLst>
                <a:ext uri="{FF2B5EF4-FFF2-40B4-BE49-F238E27FC236}">
                  <a16:creationId xmlns:a16="http://schemas.microsoft.com/office/drawing/2014/main" id="{B18BBE45-5F21-47FA-B291-AC802D71556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GB"/>
            </a:p>
          </p:txBody>
        </p:sp>
        <p:sp>
          <p:nvSpPr>
            <p:cNvPr id="72" name="Freeform 50">
              <a:extLst>
                <a:ext uri="{FF2B5EF4-FFF2-40B4-BE49-F238E27FC236}">
                  <a16:creationId xmlns:a16="http://schemas.microsoft.com/office/drawing/2014/main" id="{A1BD992D-1C4B-4E69-A627-A45D8958E0D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GB"/>
            </a:p>
          </p:txBody>
        </p:sp>
        <p:sp>
          <p:nvSpPr>
            <p:cNvPr id="73" name="Freeform 51">
              <a:extLst>
                <a:ext uri="{FF2B5EF4-FFF2-40B4-BE49-F238E27FC236}">
                  <a16:creationId xmlns:a16="http://schemas.microsoft.com/office/drawing/2014/main" id="{571C0498-7105-455E-8B0A-233F850F18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GB"/>
            </a:p>
          </p:txBody>
        </p:sp>
        <p:sp>
          <p:nvSpPr>
            <p:cNvPr id="74" name="Freeform 52">
              <a:extLst>
                <a:ext uri="{FF2B5EF4-FFF2-40B4-BE49-F238E27FC236}">
                  <a16:creationId xmlns:a16="http://schemas.microsoft.com/office/drawing/2014/main" id="{F6FA78CC-C0B1-422F-B535-05580A9716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GB"/>
            </a:p>
          </p:txBody>
        </p:sp>
        <p:sp>
          <p:nvSpPr>
            <p:cNvPr id="75" name="Freeform 53">
              <a:extLst>
                <a:ext uri="{FF2B5EF4-FFF2-40B4-BE49-F238E27FC236}">
                  <a16:creationId xmlns:a16="http://schemas.microsoft.com/office/drawing/2014/main" id="{49A1BACF-EE5E-46F8-8968-D4CF18BC011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GB"/>
            </a:p>
          </p:txBody>
        </p:sp>
        <p:sp>
          <p:nvSpPr>
            <p:cNvPr id="76" name="Freeform 54">
              <a:extLst>
                <a:ext uri="{FF2B5EF4-FFF2-40B4-BE49-F238E27FC236}">
                  <a16:creationId xmlns:a16="http://schemas.microsoft.com/office/drawing/2014/main" id="{0AF8DFAF-8AF7-453E-AED7-89E59FBD7D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GB"/>
            </a:p>
          </p:txBody>
        </p:sp>
        <p:sp>
          <p:nvSpPr>
            <p:cNvPr id="77" name="Freeform 55">
              <a:extLst>
                <a:ext uri="{FF2B5EF4-FFF2-40B4-BE49-F238E27FC236}">
                  <a16:creationId xmlns:a16="http://schemas.microsoft.com/office/drawing/2014/main" id="{F8C26D97-8DA4-4556-92E4-2AE66B365B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GB"/>
            </a:p>
          </p:txBody>
        </p:sp>
        <p:sp>
          <p:nvSpPr>
            <p:cNvPr id="78" name="Freeform 56">
              <a:extLst>
                <a:ext uri="{FF2B5EF4-FFF2-40B4-BE49-F238E27FC236}">
                  <a16:creationId xmlns:a16="http://schemas.microsoft.com/office/drawing/2014/main" id="{EEF9D855-A8A7-44CC-919C-BEA327F2542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GB"/>
            </a:p>
          </p:txBody>
        </p:sp>
        <p:sp>
          <p:nvSpPr>
            <p:cNvPr id="79" name="Freeform 57">
              <a:extLst>
                <a:ext uri="{FF2B5EF4-FFF2-40B4-BE49-F238E27FC236}">
                  <a16:creationId xmlns:a16="http://schemas.microsoft.com/office/drawing/2014/main" id="{11F0B045-803C-4067-A182-066EEB2C4F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GB"/>
            </a:p>
          </p:txBody>
        </p:sp>
        <p:sp>
          <p:nvSpPr>
            <p:cNvPr id="80" name="Freeform 58">
              <a:extLst>
                <a:ext uri="{FF2B5EF4-FFF2-40B4-BE49-F238E27FC236}">
                  <a16:creationId xmlns:a16="http://schemas.microsoft.com/office/drawing/2014/main" id="{3C1FCACB-EFEF-4B54-99A6-E327A637C25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p14="http://schemas.microsoft.com/office/powerpoint/2010/main" xmlns:a14="http://schemas.microsoft.com/office/drawing/2010/main" xmlns:a16="http://schemas.microsoft.com/office/drawing/2014/main" xmlns="" w="9525">
                  <a:solidFill>
                    <a:srgbClr val="000000"/>
                  </a:solidFill>
                  <a:round/>
                  <a:headEnd/>
                  <a:tailEnd/>
                </a14:hiddenLine>
              </a:ext>
            </a:extLst>
          </p:spPr>
          <p:txBody>
            <a:bodyPr/>
            <a:lstStyle/>
            <a:p>
              <a:endParaRPr lang="en-GB"/>
            </a:p>
          </p:txBody>
        </p:sp>
      </p:grpSp>
      <p:grpSp>
        <p:nvGrpSpPr>
          <p:cNvPr id="82" name="Group 81">
            <a:extLst>
              <a:ext uri="{FF2B5EF4-FFF2-40B4-BE49-F238E27FC236}">
                <a16:creationId xmlns:a16="http://schemas.microsoft.com/office/drawing/2014/main" id="{316DCFC9-6877-407C-8170-608FCB8E35A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
            <a:ext cx="12192003" cy="6858001"/>
            <a:chOff x="0" y="-1"/>
            <a:chExt cx="12192003" cy="6858001"/>
          </a:xfrm>
        </p:grpSpPr>
        <p:sp useBgFill="1">
          <p:nvSpPr>
            <p:cNvPr id="83" name="Rectangle 82">
              <a:extLst>
                <a:ext uri="{FF2B5EF4-FFF2-40B4-BE49-F238E27FC236}">
                  <a16:creationId xmlns:a16="http://schemas.microsoft.com/office/drawing/2014/main" id="{F7D8B73A-1349-4BA6-8F85-03A21ED56E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4" name="Picture 2">
              <a:extLst>
                <a:ext uri="{FF2B5EF4-FFF2-40B4-BE49-F238E27FC236}">
                  <a16:creationId xmlns:a16="http://schemas.microsoft.com/office/drawing/2014/main" id="{969ADA7C-B6B2-4FD7-AA5E-CC52AAE8CDBD}"/>
                </a:ext>
                <a:ext uri="{C183D7F6-B498-43B3-948B-1728B52AA6E4}">
                  <adec:decorative xmlns:adec="http://schemas.microsoft.com/office/drawing/2017/decorative" val="1"/>
                </a:ext>
              </a:extLst>
            </p:cNvPr>
            <p:cNvPicPr>
              <a:picLocks noChangeAspect="1" noChangeArrowheads="1"/>
            </p:cNvPicPr>
            <p:nvPr>
              <p:extLst>
                <p:ext uri="{386F3935-93C4-4BCD-93E2-E3B085C9AB24}">
                  <p16:designElem xmlns:p16="http://schemas.microsoft.com/office/powerpoint/2015/main" val="1"/>
                </p:ext>
              </p:extLst>
            </p:nvPr>
          </p:nvPicPr>
          <p:blipFill>
            <a:blip r:embed="rId4">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p14="http://schemas.microsoft.com/office/powerpoint/2010/main" xmlns:a14="http://schemas.microsoft.com/office/drawing/2010/main" xmlns:a16="http://schemas.microsoft.com/office/drawing/2014/main" xmlns="">
                  <a:solidFill>
                    <a:srgbClr val="FFFFFF"/>
                  </a:solidFill>
                </a14:hiddenFill>
              </a:ext>
            </a:extLst>
          </p:spPr>
        </p:pic>
      </p:grpSp>
      <p:pic>
        <p:nvPicPr>
          <p:cNvPr id="19" name="Picture Placeholder 18">
            <a:extLst>
              <a:ext uri="{FF2B5EF4-FFF2-40B4-BE49-F238E27FC236}">
                <a16:creationId xmlns:a16="http://schemas.microsoft.com/office/drawing/2014/main" id="{E20C2BF7-E3BC-4297-9B05-8C8493D60717}"/>
              </a:ext>
            </a:extLst>
          </p:cNvPr>
          <p:cNvPicPr>
            <a:picLocks noGrp="1" noChangeAspect="1"/>
          </p:cNvPicPr>
          <p:nvPr>
            <p:ph type="pic" sz="quarter" idx="13"/>
          </p:nvPr>
        </p:nvPicPr>
        <p:blipFill>
          <a:blip r:embed="rId5">
            <a:alphaModFix/>
          </a:blip>
          <a:srcRect l="16232" r="16232" b="-1"/>
          <a:stretch>
            <a:fillRect/>
          </a:stretch>
        </p:blipFill>
        <p:spPr>
          <a:xfrm>
            <a:off x="3611" y="10"/>
            <a:ext cx="12188389" cy="6857990"/>
          </a:xfrm>
          <a:prstGeom prst="rect">
            <a:avLst/>
          </a:prstGeom>
        </p:spPr>
      </p:pic>
      <p:grpSp>
        <p:nvGrpSpPr>
          <p:cNvPr id="86" name="Group 85">
            <a:extLst>
              <a:ext uri="{FF2B5EF4-FFF2-40B4-BE49-F238E27FC236}">
                <a16:creationId xmlns:a16="http://schemas.microsoft.com/office/drawing/2014/main" id="{89353FE7-0D03-4AD2-8B8A-60A06F6BDA4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05895" y="2235200"/>
            <a:ext cx="10982062" cy="2396067"/>
            <a:chOff x="605895" y="2235200"/>
            <a:chExt cx="10982062" cy="2396067"/>
          </a:xfrm>
        </p:grpSpPr>
        <p:sp>
          <p:nvSpPr>
            <p:cNvPr id="87" name="Round Diagonal Corner Rectangle 7">
              <a:extLst>
                <a:ext uri="{FF2B5EF4-FFF2-40B4-BE49-F238E27FC236}">
                  <a16:creationId xmlns:a16="http://schemas.microsoft.com/office/drawing/2014/main" id="{0C7A0320-FBCC-4F40-AF6E-CE65FFB3DA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82333" y="2235200"/>
              <a:ext cx="7027334" cy="2396067"/>
            </a:xfrm>
            <a:prstGeom prst="round2DiagRect">
              <a:avLst>
                <a:gd name="adj1" fmla="val 9246"/>
                <a:gd name="adj2" fmla="val 0"/>
              </a:avLst>
            </a:prstGeom>
            <a:solidFill>
              <a:schemeClr val="bg1">
                <a:alpha val="80000"/>
              </a:schemeClr>
            </a:solidFill>
            <a:ln w="19050" cap="sq">
              <a:solidFill>
                <a:schemeClr val="tx2">
                  <a:alpha val="60000"/>
                </a:schemeClr>
              </a:solidFill>
              <a:miter lim="800000"/>
            </a:ln>
            <a:effectLst>
              <a:outerShdw blurRad="889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88" name="Group 87">
              <a:extLst>
                <a:ext uri="{FF2B5EF4-FFF2-40B4-BE49-F238E27FC236}">
                  <a16:creationId xmlns:a16="http://schemas.microsoft.com/office/drawing/2014/main" id="{550A26E4-02C9-4F83-A334-0920B8CCF281}"/>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605895" y="2900097"/>
              <a:ext cx="10982062" cy="1211524"/>
              <a:chOff x="605895" y="2900097"/>
              <a:chExt cx="10982062" cy="1211524"/>
            </a:xfrm>
          </p:grpSpPr>
          <p:sp>
            <p:nvSpPr>
              <p:cNvPr id="89" name="Freeform 32">
                <a:extLst>
                  <a:ext uri="{FF2B5EF4-FFF2-40B4-BE49-F238E27FC236}">
                    <a16:creationId xmlns:a16="http://schemas.microsoft.com/office/drawing/2014/main" id="{06617CD6-4185-402B-8E23-BC52780534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5400000" flipV="1">
                <a:off x="9653587" y="3379784"/>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GB"/>
              </a:p>
            </p:txBody>
          </p:sp>
          <p:sp>
            <p:nvSpPr>
              <p:cNvPr id="90" name="Freeform 33">
                <a:extLst>
                  <a:ext uri="{FF2B5EF4-FFF2-40B4-BE49-F238E27FC236}">
                    <a16:creationId xmlns:a16="http://schemas.microsoft.com/office/drawing/2014/main" id="{2C305CC9-3511-47F4-BF11-BC635C30C91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5400000" flipV="1">
                <a:off x="10078244" y="3310728"/>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GB"/>
              </a:p>
            </p:txBody>
          </p:sp>
          <p:sp>
            <p:nvSpPr>
              <p:cNvPr id="91" name="Freeform 34">
                <a:extLst>
                  <a:ext uri="{FF2B5EF4-FFF2-40B4-BE49-F238E27FC236}">
                    <a16:creationId xmlns:a16="http://schemas.microsoft.com/office/drawing/2014/main" id="{5C70C5D1-31E4-48B9-AEB6-6460A2B81F2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5400000" flipV="1">
                <a:off x="11146631" y="3574253"/>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GB"/>
              </a:p>
            </p:txBody>
          </p:sp>
          <p:sp>
            <p:nvSpPr>
              <p:cNvPr id="92" name="Freeform 37">
                <a:extLst>
                  <a:ext uri="{FF2B5EF4-FFF2-40B4-BE49-F238E27FC236}">
                    <a16:creationId xmlns:a16="http://schemas.microsoft.com/office/drawing/2014/main" id="{1F033CE1-D380-43F1-81EC-97B6C86F39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5400000" flipV="1">
                <a:off x="10230644" y="3034502"/>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GB"/>
              </a:p>
            </p:txBody>
          </p:sp>
          <p:sp>
            <p:nvSpPr>
              <p:cNvPr id="93" name="Freeform 35">
                <a:extLst>
                  <a:ext uri="{FF2B5EF4-FFF2-40B4-BE49-F238E27FC236}">
                    <a16:creationId xmlns:a16="http://schemas.microsoft.com/office/drawing/2014/main" id="{6997F95D-DC27-48A3-850A-2308C3C080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5400000">
                <a:off x="10034587" y="256275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GB"/>
              </a:p>
            </p:txBody>
          </p:sp>
          <p:sp>
            <p:nvSpPr>
              <p:cNvPr id="94" name="Freeform 36">
                <a:extLst>
                  <a:ext uri="{FF2B5EF4-FFF2-40B4-BE49-F238E27FC236}">
                    <a16:creationId xmlns:a16="http://schemas.microsoft.com/office/drawing/2014/main" id="{569AE469-76B7-4FFE-B68B-0D7A77413F2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5400000">
                <a:off x="10747375" y="3232679"/>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GB"/>
              </a:p>
            </p:txBody>
          </p:sp>
          <p:sp>
            <p:nvSpPr>
              <p:cNvPr id="95" name="Freeform 38">
                <a:extLst>
                  <a:ext uri="{FF2B5EF4-FFF2-40B4-BE49-F238E27FC236}">
                    <a16:creationId xmlns:a16="http://schemas.microsoft.com/office/drawing/2014/main" id="{DD99CF64-0E82-4D1A-BD2A-08942182F42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5400000">
                <a:off x="11399044" y="3095360"/>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GB"/>
              </a:p>
            </p:txBody>
          </p:sp>
          <p:sp>
            <p:nvSpPr>
              <p:cNvPr id="96" name="Freeform 39">
                <a:extLst>
                  <a:ext uri="{FF2B5EF4-FFF2-40B4-BE49-F238E27FC236}">
                    <a16:creationId xmlns:a16="http://schemas.microsoft.com/office/drawing/2014/main" id="{98C12D33-1747-4B24-89ED-F441AE4A0C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5400000">
                <a:off x="10353675" y="2153178"/>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GB"/>
              </a:p>
            </p:txBody>
          </p:sp>
          <p:sp>
            <p:nvSpPr>
              <p:cNvPr id="97" name="Freeform 40">
                <a:extLst>
                  <a:ext uri="{FF2B5EF4-FFF2-40B4-BE49-F238E27FC236}">
                    <a16:creationId xmlns:a16="http://schemas.microsoft.com/office/drawing/2014/main" id="{A60200CC-BAEC-4310-8C9B-F7BB783E982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5400000">
                <a:off x="9848850" y="330887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GB"/>
              </a:p>
            </p:txBody>
          </p:sp>
          <p:sp>
            <p:nvSpPr>
              <p:cNvPr id="98" name="Rectangle 41">
                <a:extLst>
                  <a:ext uri="{FF2B5EF4-FFF2-40B4-BE49-F238E27FC236}">
                    <a16:creationId xmlns:a16="http://schemas.microsoft.com/office/drawing/2014/main" id="{2A7F40BF-B0BE-4B09-87EE-F56632B7EDB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rot="5400000">
                <a:off x="9721056" y="3284272"/>
                <a:ext cx="23813" cy="252413"/>
              </a:xfrm>
              <a:prstGeom prst="rect">
                <a:avLst/>
              </a:pr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GB"/>
              </a:p>
            </p:txBody>
          </p:sp>
          <p:sp>
            <p:nvSpPr>
              <p:cNvPr id="99" name="Freeform 32">
                <a:extLst>
                  <a:ext uri="{FF2B5EF4-FFF2-40B4-BE49-F238E27FC236}">
                    <a16:creationId xmlns:a16="http://schemas.microsoft.com/office/drawing/2014/main" id="{353978AF-8FB9-4A61-A2EA-1995A14F39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16200000" flipH="1" flipV="1">
                <a:off x="2122751" y="3532184"/>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GB"/>
              </a:p>
            </p:txBody>
          </p:sp>
          <p:sp>
            <p:nvSpPr>
              <p:cNvPr id="100" name="Freeform 33">
                <a:extLst>
                  <a:ext uri="{FF2B5EF4-FFF2-40B4-BE49-F238E27FC236}">
                    <a16:creationId xmlns:a16="http://schemas.microsoft.com/office/drawing/2014/main" id="{B20F89C3-4BAD-42AA-8D31-6F6DF17FE9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16200000" flipH="1" flipV="1">
                <a:off x="1958445" y="3463128"/>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GB"/>
              </a:p>
            </p:txBody>
          </p:sp>
          <p:sp>
            <p:nvSpPr>
              <p:cNvPr id="101" name="Freeform 34">
                <a:extLst>
                  <a:ext uri="{FF2B5EF4-FFF2-40B4-BE49-F238E27FC236}">
                    <a16:creationId xmlns:a16="http://schemas.microsoft.com/office/drawing/2014/main" id="{A60FE276-3FF2-4622-BF99-D4E4B249E5B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16200000" flipH="1" flipV="1">
                <a:off x="858308" y="3726653"/>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GB"/>
              </a:p>
            </p:txBody>
          </p:sp>
          <p:sp>
            <p:nvSpPr>
              <p:cNvPr id="102" name="Freeform 37">
                <a:extLst>
                  <a:ext uri="{FF2B5EF4-FFF2-40B4-BE49-F238E27FC236}">
                    <a16:creationId xmlns:a16="http://schemas.microsoft.com/office/drawing/2014/main" id="{B05A0D3F-808B-48D6-A821-1FE9E86E8C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16200000" flipH="1" flipV="1">
                <a:off x="1658407" y="3186902"/>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GB"/>
              </a:p>
            </p:txBody>
          </p:sp>
          <p:sp>
            <p:nvSpPr>
              <p:cNvPr id="103" name="Freeform 35">
                <a:extLst>
                  <a:ext uri="{FF2B5EF4-FFF2-40B4-BE49-F238E27FC236}">
                    <a16:creationId xmlns:a16="http://schemas.microsoft.com/office/drawing/2014/main" id="{69F7D438-BAA0-4DAD-9BC5-198B677A75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16200000" flipH="1">
                <a:off x="1860814" y="271515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GB"/>
              </a:p>
            </p:txBody>
          </p:sp>
          <p:sp>
            <p:nvSpPr>
              <p:cNvPr id="104" name="Freeform 36">
                <a:extLst>
                  <a:ext uri="{FF2B5EF4-FFF2-40B4-BE49-F238E27FC236}">
                    <a16:creationId xmlns:a16="http://schemas.microsoft.com/office/drawing/2014/main" id="{EC63B186-43B8-4552-AFDB-A544240A7C5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16200000" flipH="1">
                <a:off x="1289314" y="3385079"/>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GB"/>
              </a:p>
            </p:txBody>
          </p:sp>
          <p:sp>
            <p:nvSpPr>
              <p:cNvPr id="105" name="Freeform 38">
                <a:extLst>
                  <a:ext uri="{FF2B5EF4-FFF2-40B4-BE49-F238E27FC236}">
                    <a16:creationId xmlns:a16="http://schemas.microsoft.com/office/drawing/2014/main" id="{8542E82D-01AD-4BD8-8C5F-A6CDAD039B0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16200000" flipH="1">
                <a:off x="605895" y="3247760"/>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GB"/>
              </a:p>
            </p:txBody>
          </p:sp>
          <p:sp>
            <p:nvSpPr>
              <p:cNvPr id="106" name="Freeform 39">
                <a:extLst>
                  <a:ext uri="{FF2B5EF4-FFF2-40B4-BE49-F238E27FC236}">
                    <a16:creationId xmlns:a16="http://schemas.microsoft.com/office/drawing/2014/main" id="{6285CF32-2BD3-47D0-9A6C-3EE7FD6397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16200000" flipH="1">
                <a:off x="1532202" y="2305578"/>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GB"/>
              </a:p>
            </p:txBody>
          </p:sp>
          <p:sp>
            <p:nvSpPr>
              <p:cNvPr id="107" name="Freeform 40">
                <a:extLst>
                  <a:ext uri="{FF2B5EF4-FFF2-40B4-BE49-F238E27FC236}">
                    <a16:creationId xmlns:a16="http://schemas.microsoft.com/office/drawing/2014/main" id="{FA36D129-7B33-4379-B9EE-5624B957669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16200000" flipH="1">
                <a:off x="2154501" y="346127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GB"/>
              </a:p>
            </p:txBody>
          </p:sp>
          <p:sp>
            <p:nvSpPr>
              <p:cNvPr id="108" name="Rectangle 41">
                <a:extLst>
                  <a:ext uri="{FF2B5EF4-FFF2-40B4-BE49-F238E27FC236}">
                    <a16:creationId xmlns:a16="http://schemas.microsoft.com/office/drawing/2014/main" id="{0229A187-4E69-4262-B001-C5F0B55225F9}"/>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rot="16200000" flipH="1">
                <a:off x="2448983" y="3436672"/>
                <a:ext cx="23813" cy="252413"/>
              </a:xfrm>
              <a:prstGeom prst="rect">
                <a:avLst/>
              </a:pr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GB"/>
              </a:p>
            </p:txBody>
          </p:sp>
        </p:grpSp>
      </p:grpSp>
      <p:sp>
        <p:nvSpPr>
          <p:cNvPr id="14" name="Title 13">
            <a:extLst>
              <a:ext uri="{FF2B5EF4-FFF2-40B4-BE49-F238E27FC236}">
                <a16:creationId xmlns:a16="http://schemas.microsoft.com/office/drawing/2014/main" id="{73C4D624-C432-4768-B655-39498B3F301C}"/>
              </a:ext>
            </a:extLst>
          </p:cNvPr>
          <p:cNvSpPr>
            <a:spLocks noGrp="1"/>
          </p:cNvSpPr>
          <p:nvPr>
            <p:ph type="ctrTitle"/>
          </p:nvPr>
        </p:nvSpPr>
        <p:spPr>
          <a:xfrm>
            <a:off x="2668058" y="2213611"/>
            <a:ext cx="6858000" cy="1367896"/>
          </a:xfrm>
        </p:spPr>
        <p:txBody>
          <a:bodyPr vert="horz" lIns="91440" tIns="45720" rIns="91440" bIns="45720" rtlCol="0" anchor="b">
            <a:normAutofit/>
          </a:bodyPr>
          <a:lstStyle/>
          <a:p>
            <a:r>
              <a:rPr lang="en-US" sz="4800"/>
              <a:t>Thank you</a:t>
            </a:r>
          </a:p>
        </p:txBody>
      </p:sp>
      <p:sp>
        <p:nvSpPr>
          <p:cNvPr id="15" name="Subtitle 14">
            <a:extLst>
              <a:ext uri="{FF2B5EF4-FFF2-40B4-BE49-F238E27FC236}">
                <a16:creationId xmlns:a16="http://schemas.microsoft.com/office/drawing/2014/main" id="{0AB46578-272C-455D-9707-73786009F0FD}"/>
              </a:ext>
            </a:extLst>
          </p:cNvPr>
          <p:cNvSpPr>
            <a:spLocks noGrp="1"/>
          </p:cNvSpPr>
          <p:nvPr>
            <p:ph type="subTitle" idx="1"/>
          </p:nvPr>
        </p:nvSpPr>
        <p:spPr>
          <a:xfrm>
            <a:off x="5391150" y="3609183"/>
            <a:ext cx="1409699" cy="953029"/>
          </a:xfrm>
        </p:spPr>
        <p:txBody>
          <a:bodyPr vert="horz" lIns="91440" tIns="45720" rIns="91440" bIns="45720" rtlCol="0">
            <a:normAutofit/>
          </a:bodyPr>
          <a:lstStyle/>
          <a:p>
            <a:r>
              <a:rPr lang="en-GB" sz="1100"/>
              <a:t>Antonio Pedicini Miriam Paradiso Hamza Mekni     Omid Moradiarshad</a:t>
            </a:r>
          </a:p>
        </p:txBody>
      </p:sp>
    </p:spTree>
    <p:extLst>
      <p:ext uri="{BB962C8B-B14F-4D97-AF65-F5344CB8AC3E}">
        <p14:creationId xmlns:p14="http://schemas.microsoft.com/office/powerpoint/2010/main" val="1591072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14"/>
                                        </p:tgtEl>
                                        <p:attrNameLst>
                                          <p:attrName>style.visibility</p:attrName>
                                        </p:attrNameLst>
                                      </p:cBhvr>
                                      <p:to>
                                        <p:strVal val="visible"/>
                                      </p:to>
                                    </p:set>
                                    <p:animEffect transition="in" filter="fade">
                                      <p:cBhvr>
                                        <p:cTn id="7" dur="700"/>
                                        <p:tgtEl>
                                          <p:spTgt spid="14"/>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15">
                                            <p:txEl>
                                              <p:pRg st="0" end="0"/>
                                            </p:txEl>
                                          </p:spTgt>
                                        </p:tgtEl>
                                        <p:attrNameLst>
                                          <p:attrName>style.visibility</p:attrName>
                                        </p:attrNameLst>
                                      </p:cBhvr>
                                      <p:to>
                                        <p:strVal val="visible"/>
                                      </p:to>
                                    </p:set>
                                    <p:animEffect transition="in" filter="fade">
                                      <p:cBhvr>
                                        <p:cTn id="10" dur="700"/>
                                        <p:tgtEl>
                                          <p:spTgt spid="1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build="p"/>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ustom 9">
      <a:dk1>
        <a:srgbClr val="C00000"/>
      </a:dk1>
      <a:lt1>
        <a:sysClr val="window" lastClr="FFFFFF"/>
      </a:lt1>
      <a:dk2>
        <a:srgbClr val="006666"/>
      </a:dk2>
      <a:lt2>
        <a:srgbClr val="FF4040"/>
      </a:lt2>
      <a:accent1>
        <a:srgbClr val="A5300F"/>
      </a:accent1>
      <a:accent2>
        <a:srgbClr val="D55816"/>
      </a:accent2>
      <a:accent3>
        <a:srgbClr val="E19825"/>
      </a:accent3>
      <a:accent4>
        <a:srgbClr val="B19C7D"/>
      </a:accent4>
      <a:accent5>
        <a:srgbClr val="7F5F52"/>
      </a:accent5>
      <a:accent6>
        <a:srgbClr val="B27D49"/>
      </a:accent6>
      <a:hlink>
        <a:srgbClr val="6B9F25"/>
      </a:hlink>
      <a:folHlink>
        <a:srgbClr val="B26B02"/>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0" ma:contentTypeDescription="Create a new document." ma:contentTypeScope="" ma:versionID="1267097ee5f5874adfcc408041ae252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95891a93df65b14727750f2c06c306c"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4:TaxCatchAll" minOccurs="0"/>
                <xsd:element ref="ns2:ImageTagsTaxHTFiel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MediaServiceKeyPoints xmlns="71af3243-3dd4-4a8d-8c0d-dd76da1f02a5" xsi:nil="true"/>
  </documentManagement>
</p:properties>
</file>

<file path=customXml/itemProps1.xml><?xml version="1.0" encoding="utf-8"?>
<ds:datastoreItem xmlns:ds="http://schemas.openxmlformats.org/officeDocument/2006/customXml" ds:itemID="{6279CE36-2DA9-4667-B77E-83734C2B2E6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55B2449D-76E5-4186-BA4E-78E0266D8394}">
  <ds:schemaRefs>
    <ds:schemaRef ds:uri="http://schemas.microsoft.com/sharepoint/v3/contenttype/forms"/>
  </ds:schemaRefs>
</ds:datastoreItem>
</file>

<file path=customXml/itemProps3.xml><?xml version="1.0" encoding="utf-8"?>
<ds:datastoreItem xmlns:ds="http://schemas.openxmlformats.org/officeDocument/2006/customXml" ds:itemID="{275821E8-E699-48D2-B7C9-D9830F740602}">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TM04033919[[fn=Circuit]]</Template>
  <TotalTime>1897</TotalTime>
  <Words>3770</Words>
  <Application>Microsoft Office PowerPoint</Application>
  <PresentationFormat>Widescreen</PresentationFormat>
  <Paragraphs>293</Paragraphs>
  <Slides>18</Slides>
  <Notes>18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Avenir Next LT Pro Light</vt:lpstr>
      <vt:lpstr>Calibri</vt:lpstr>
      <vt:lpstr>Tw Cen MT</vt:lpstr>
      <vt:lpstr>Wingdings</vt:lpstr>
      <vt:lpstr>Circuit</vt:lpstr>
      <vt:lpstr>Flow RATE Transducer Calibration project</vt:lpstr>
      <vt:lpstr>Agenda</vt:lpstr>
      <vt:lpstr>Introduction</vt:lpstr>
      <vt:lpstr> Automated Measuring System (AMS) Overview </vt:lpstr>
      <vt:lpstr>Hardware instrumentation used (I)</vt:lpstr>
      <vt:lpstr>PowerPoint Presentation</vt:lpstr>
      <vt:lpstr>Hardware instrumentation used (II)</vt:lpstr>
      <vt:lpstr>Flow RATE transducers</vt:lpstr>
      <vt:lpstr>Calibration procedure</vt:lpstr>
      <vt:lpstr>DEMO</vt:lpstr>
      <vt:lpstr>main vi and its sub VIs</vt:lpstr>
      <vt:lpstr>calibration</vt:lpstr>
      <vt:lpstr>Results</vt:lpstr>
      <vt:lpstr>LINEAR REGRESSION</vt:lpstr>
      <vt:lpstr>CALIBRATION CURVE</vt:lpstr>
      <vt:lpstr>Uncertainty budget</vt:lpstr>
      <vt:lpstr>Summary</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Antonio Pedicini</dc:creator>
  <cp:lastModifiedBy>Antonio Pedicini</cp:lastModifiedBy>
  <cp:revision>19</cp:revision>
  <dcterms:created xsi:type="dcterms:W3CDTF">2025-07-26T05:20:36Z</dcterms:created>
  <dcterms:modified xsi:type="dcterms:W3CDTF">2025-11-06T11:10:43Z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